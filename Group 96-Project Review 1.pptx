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305" r:id="rId5"/>
    <p:sldId id="296" r:id="rId6"/>
    <p:sldId id="333" r:id="rId7"/>
    <p:sldId id="306" r:id="rId8"/>
    <p:sldId id="317" r:id="rId9"/>
    <p:sldId id="313" r:id="rId10"/>
    <p:sldId id="321" r:id="rId11"/>
    <p:sldId id="332" r:id="rId12"/>
    <p:sldId id="324" r:id="rId13"/>
    <p:sldId id="325" r:id="rId14"/>
    <p:sldId id="326" r:id="rId15"/>
    <p:sldId id="327" r:id="rId16"/>
    <p:sldId id="328" r:id="rId17"/>
    <p:sldId id="330" r:id="rId18"/>
    <p:sldId id="331" r:id="rId19"/>
    <p:sldId id="318" r:id="rId20"/>
    <p:sldId id="320" r:id="rId21"/>
    <p:sldId id="329" r:id="rId22"/>
    <p:sldId id="294" r:id="rId23"/>
    <p:sldId id="31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204" autoAdjust="0"/>
    <p:restoredTop sz="94879" autoAdjust="0"/>
  </p:normalViewPr>
  <p:slideViewPr>
    <p:cSldViewPr snapToGrid="0">
      <p:cViewPr varScale="1">
        <p:scale>
          <a:sx n="86" d="100"/>
          <a:sy n="86" d="100"/>
        </p:scale>
        <p:origin x="552" y="67"/>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I GAYATHRI REDDY BHIMIREDDY" userId="db39b55f2a5aaf98" providerId="LiveId" clId="{441D6CDD-3608-4D65-AD01-57D2E1282889}"/>
    <pc:docChg chg="undo custSel addSld delSld modSld sldOrd">
      <pc:chgData name="SAI GAYATHRI REDDY BHIMIREDDY" userId="db39b55f2a5aaf98" providerId="LiveId" clId="{441D6CDD-3608-4D65-AD01-57D2E1282889}" dt="2022-08-26T13:31:29.972" v="2681" actId="113"/>
      <pc:docMkLst>
        <pc:docMk/>
      </pc:docMkLst>
      <pc:sldChg chg="addSp delSp modSp mod ord">
        <pc:chgData name="SAI GAYATHRI REDDY BHIMIREDDY" userId="db39b55f2a5aaf98" providerId="LiveId" clId="{441D6CDD-3608-4D65-AD01-57D2E1282889}" dt="2022-08-26T07:52:29.997" v="1970"/>
        <pc:sldMkLst>
          <pc:docMk/>
          <pc:sldMk cId="2985610029" sldId="294"/>
        </pc:sldMkLst>
        <pc:spChg chg="mod">
          <ac:chgData name="SAI GAYATHRI REDDY BHIMIREDDY" userId="db39b55f2a5aaf98" providerId="LiveId" clId="{441D6CDD-3608-4D65-AD01-57D2E1282889}" dt="2022-08-25T06:03:37.689" v="9" actId="20577"/>
          <ac:spMkLst>
            <pc:docMk/>
            <pc:sldMk cId="2985610029" sldId="294"/>
            <ac:spMk id="2" creationId="{19256B7E-1633-44AB-8584-82DF5B726834}"/>
          </ac:spMkLst>
        </pc:spChg>
        <pc:spChg chg="mod">
          <ac:chgData name="SAI GAYATHRI REDDY BHIMIREDDY" userId="db39b55f2a5aaf98" providerId="LiveId" clId="{441D6CDD-3608-4D65-AD01-57D2E1282889}" dt="2022-08-25T06:05:44.316" v="44" actId="2711"/>
          <ac:spMkLst>
            <pc:docMk/>
            <pc:sldMk cId="2985610029" sldId="294"/>
            <ac:spMk id="3" creationId="{EFB90AB4-D228-4548-B072-726498212362}"/>
          </ac:spMkLst>
        </pc:spChg>
        <pc:spChg chg="del">
          <ac:chgData name="SAI GAYATHRI REDDY BHIMIREDDY" userId="db39b55f2a5aaf98" providerId="LiveId" clId="{441D6CDD-3608-4D65-AD01-57D2E1282889}" dt="2022-08-25T06:03:45.559" v="10" actId="478"/>
          <ac:spMkLst>
            <pc:docMk/>
            <pc:sldMk cId="2985610029" sldId="294"/>
            <ac:spMk id="4" creationId="{950677C9-3E42-427F-93B8-526692906471}"/>
          </ac:spMkLst>
        </pc:spChg>
        <pc:spChg chg="del">
          <ac:chgData name="SAI GAYATHRI REDDY BHIMIREDDY" userId="db39b55f2a5aaf98" providerId="LiveId" clId="{441D6CDD-3608-4D65-AD01-57D2E1282889}" dt="2022-08-25T06:03:52.326" v="12" actId="478"/>
          <ac:spMkLst>
            <pc:docMk/>
            <pc:sldMk cId="2985610029" sldId="294"/>
            <ac:spMk id="5" creationId="{BDB9D020-1E25-453D-83DF-1420ACD3968D}"/>
          </ac:spMkLst>
        </pc:spChg>
        <pc:spChg chg="del">
          <ac:chgData name="SAI GAYATHRI REDDY BHIMIREDDY" userId="db39b55f2a5aaf98" providerId="LiveId" clId="{441D6CDD-3608-4D65-AD01-57D2E1282889}" dt="2022-08-25T06:04:01.704" v="14" actId="478"/>
          <ac:spMkLst>
            <pc:docMk/>
            <pc:sldMk cId="2985610029" sldId="294"/>
            <ac:spMk id="6" creationId="{F5018B6D-E395-49AD-92AD-AD69E3AB40C3}"/>
          </ac:spMkLst>
        </pc:spChg>
        <pc:spChg chg="del mod">
          <ac:chgData name="SAI GAYATHRI REDDY BHIMIREDDY" userId="db39b55f2a5aaf98" providerId="LiveId" clId="{441D6CDD-3608-4D65-AD01-57D2E1282889}" dt="2022-08-26T03:47:45.723" v="1445" actId="478"/>
          <ac:spMkLst>
            <pc:docMk/>
            <pc:sldMk cId="2985610029" sldId="294"/>
            <ac:spMk id="7" creationId="{486CE65B-C283-8A90-DF86-161AC356BEA0}"/>
          </ac:spMkLst>
        </pc:spChg>
        <pc:spChg chg="add del mod">
          <ac:chgData name="SAI GAYATHRI REDDY BHIMIREDDY" userId="db39b55f2a5aaf98" providerId="LiveId" clId="{441D6CDD-3608-4D65-AD01-57D2E1282889}" dt="2022-08-25T06:03:47.841" v="11" actId="478"/>
          <ac:spMkLst>
            <pc:docMk/>
            <pc:sldMk cId="2985610029" sldId="294"/>
            <ac:spMk id="11" creationId="{4F7EA59E-9475-02E5-3EE8-C205DDC5B44D}"/>
          </ac:spMkLst>
        </pc:spChg>
        <pc:spChg chg="add del mod">
          <ac:chgData name="SAI GAYATHRI REDDY BHIMIREDDY" userId="db39b55f2a5aaf98" providerId="LiveId" clId="{441D6CDD-3608-4D65-AD01-57D2E1282889}" dt="2022-08-25T06:03:57.774" v="13" actId="478"/>
          <ac:spMkLst>
            <pc:docMk/>
            <pc:sldMk cId="2985610029" sldId="294"/>
            <ac:spMk id="13" creationId="{E7515AC3-60CF-4FCC-D68E-B7FBC0BEB3E7}"/>
          </ac:spMkLst>
        </pc:spChg>
        <pc:spChg chg="add del mod">
          <ac:chgData name="SAI GAYATHRI REDDY BHIMIREDDY" userId="db39b55f2a5aaf98" providerId="LiveId" clId="{441D6CDD-3608-4D65-AD01-57D2E1282889}" dt="2022-08-25T06:04:03.866" v="15" actId="478"/>
          <ac:spMkLst>
            <pc:docMk/>
            <pc:sldMk cId="2985610029" sldId="294"/>
            <ac:spMk id="15" creationId="{680FD77B-CF12-D419-141A-B6DC5EE23EC2}"/>
          </ac:spMkLst>
        </pc:spChg>
        <pc:spChg chg="mod">
          <ac:chgData name="SAI GAYATHRI REDDY BHIMIREDDY" userId="db39b55f2a5aaf98" providerId="LiveId" clId="{441D6CDD-3608-4D65-AD01-57D2E1282889}" dt="2022-08-25T06:03:12.729" v="1" actId="20577"/>
          <ac:spMkLst>
            <pc:docMk/>
            <pc:sldMk cId="2985610029" sldId="294"/>
            <ac:spMk id="26" creationId="{FAA80863-7DDD-E33E-7C2A-C806622CEF7D}"/>
          </ac:spMkLst>
        </pc:spChg>
      </pc:sldChg>
      <pc:sldChg chg="delSp modSp mod">
        <pc:chgData name="SAI GAYATHRI REDDY BHIMIREDDY" userId="db39b55f2a5aaf98" providerId="LiveId" clId="{441D6CDD-3608-4D65-AD01-57D2E1282889}" dt="2022-08-26T03:47:25.784" v="1440" actId="478"/>
        <pc:sldMkLst>
          <pc:docMk/>
          <pc:sldMk cId="1859527893" sldId="296"/>
        </pc:sldMkLst>
        <pc:spChg chg="mod">
          <ac:chgData name="SAI GAYATHRI REDDY BHIMIREDDY" userId="db39b55f2a5aaf98" providerId="LiveId" clId="{441D6CDD-3608-4D65-AD01-57D2E1282889}" dt="2022-08-25T07:44:52.162" v="208" actId="20577"/>
          <ac:spMkLst>
            <pc:docMk/>
            <pc:sldMk cId="1859527893" sldId="296"/>
            <ac:spMk id="3" creationId="{22788C46-D0BC-4307-AE55-7601A139E7CB}"/>
          </ac:spMkLst>
        </pc:spChg>
        <pc:spChg chg="del">
          <ac:chgData name="SAI GAYATHRI REDDY BHIMIREDDY" userId="db39b55f2a5aaf98" providerId="LiveId" clId="{441D6CDD-3608-4D65-AD01-57D2E1282889}" dt="2022-08-26T03:47:25.784" v="1440" actId="478"/>
          <ac:spMkLst>
            <pc:docMk/>
            <pc:sldMk cId="1859527893" sldId="296"/>
            <ac:spMk id="5" creationId="{4A947406-5839-A735-732D-5690E6315B95}"/>
          </ac:spMkLst>
        </pc:spChg>
      </pc:sldChg>
      <pc:sldChg chg="addSp modSp mod">
        <pc:chgData name="SAI GAYATHRI REDDY BHIMIREDDY" userId="db39b55f2a5aaf98" providerId="LiveId" clId="{441D6CDD-3608-4D65-AD01-57D2E1282889}" dt="2022-08-26T07:53:14.420" v="2009" actId="14100"/>
        <pc:sldMkLst>
          <pc:docMk/>
          <pc:sldMk cId="317718070" sldId="305"/>
        </pc:sldMkLst>
        <pc:spChg chg="mod">
          <ac:chgData name="SAI GAYATHRI REDDY BHIMIREDDY" userId="db39b55f2a5aaf98" providerId="LiveId" clId="{441D6CDD-3608-4D65-AD01-57D2E1282889}" dt="2022-08-25T06:07:33.421" v="45" actId="1076"/>
          <ac:spMkLst>
            <pc:docMk/>
            <pc:sldMk cId="317718070" sldId="305"/>
            <ac:spMk id="2" creationId="{DD24180B-35BA-C28E-820F-59C84FBDD99A}"/>
          </ac:spMkLst>
        </pc:spChg>
        <pc:spChg chg="add mod">
          <ac:chgData name="SAI GAYATHRI REDDY BHIMIREDDY" userId="db39b55f2a5aaf98" providerId="LiveId" clId="{441D6CDD-3608-4D65-AD01-57D2E1282889}" dt="2022-08-26T07:53:14.420" v="2009" actId="14100"/>
          <ac:spMkLst>
            <pc:docMk/>
            <pc:sldMk cId="317718070" sldId="305"/>
            <ac:spMk id="4" creationId="{AC5444E2-17CD-4BA8-23B5-075E0E6B095D}"/>
          </ac:spMkLst>
        </pc:spChg>
      </pc:sldChg>
      <pc:sldChg chg="delSp modSp mod">
        <pc:chgData name="SAI GAYATHRI REDDY BHIMIREDDY" userId="db39b55f2a5aaf98" providerId="LiveId" clId="{441D6CDD-3608-4D65-AD01-57D2E1282889}" dt="2022-08-26T08:04:11.945" v="2305" actId="2711"/>
        <pc:sldMkLst>
          <pc:docMk/>
          <pc:sldMk cId="1732999477" sldId="306"/>
        </pc:sldMkLst>
        <pc:spChg chg="mod">
          <ac:chgData name="SAI GAYATHRI REDDY BHIMIREDDY" userId="db39b55f2a5aaf98" providerId="LiveId" clId="{441D6CDD-3608-4D65-AD01-57D2E1282889}" dt="2022-08-26T08:04:11.945" v="2305" actId="2711"/>
          <ac:spMkLst>
            <pc:docMk/>
            <pc:sldMk cId="1732999477" sldId="306"/>
            <ac:spMk id="3" creationId="{1A585715-2793-160B-269E-D9516C84D73A}"/>
          </ac:spMkLst>
        </pc:spChg>
        <pc:spChg chg="del">
          <ac:chgData name="SAI GAYATHRI REDDY BHIMIREDDY" userId="db39b55f2a5aaf98" providerId="LiveId" clId="{441D6CDD-3608-4D65-AD01-57D2E1282889}" dt="2022-08-26T03:47:31.168" v="1441" actId="478"/>
          <ac:spMkLst>
            <pc:docMk/>
            <pc:sldMk cId="1732999477" sldId="306"/>
            <ac:spMk id="4" creationId="{A3609A75-5E9A-C165-5A1D-764F9E96B722}"/>
          </ac:spMkLst>
        </pc:spChg>
      </pc:sldChg>
      <pc:sldChg chg="addSp delSp modSp mod ord">
        <pc:chgData name="SAI GAYATHRI REDDY BHIMIREDDY" userId="db39b55f2a5aaf98" providerId="LiveId" clId="{441D6CDD-3608-4D65-AD01-57D2E1282889}" dt="2022-08-26T08:04:53.019" v="2315" actId="2711"/>
        <pc:sldMkLst>
          <pc:docMk/>
          <pc:sldMk cId="2068121164" sldId="313"/>
        </pc:sldMkLst>
        <pc:spChg chg="mod">
          <ac:chgData name="SAI GAYATHRI REDDY BHIMIREDDY" userId="db39b55f2a5aaf98" providerId="LiveId" clId="{441D6CDD-3608-4D65-AD01-57D2E1282889}" dt="2022-08-25T07:37:35.718" v="158" actId="14100"/>
          <ac:spMkLst>
            <pc:docMk/>
            <pc:sldMk cId="2068121164" sldId="313"/>
            <ac:spMk id="2" creationId="{7CEF4D5B-3E14-1349-3E16-232AA74EEBAF}"/>
          </ac:spMkLst>
        </pc:spChg>
        <pc:spChg chg="del">
          <ac:chgData name="SAI GAYATHRI REDDY BHIMIREDDY" userId="db39b55f2a5aaf98" providerId="LiveId" clId="{441D6CDD-3608-4D65-AD01-57D2E1282889}" dt="2022-08-25T07:36:37.653" v="146" actId="478"/>
          <ac:spMkLst>
            <pc:docMk/>
            <pc:sldMk cId="2068121164" sldId="313"/>
            <ac:spMk id="3" creationId="{E698CE0E-745C-A7EE-B0DE-4912A73B00D8}"/>
          </ac:spMkLst>
        </pc:spChg>
        <pc:spChg chg="del">
          <ac:chgData name="SAI GAYATHRI REDDY BHIMIREDDY" userId="db39b55f2a5aaf98" providerId="LiveId" clId="{441D6CDD-3608-4D65-AD01-57D2E1282889}" dt="2022-08-25T07:37:26.975" v="156" actId="478"/>
          <ac:spMkLst>
            <pc:docMk/>
            <pc:sldMk cId="2068121164" sldId="313"/>
            <ac:spMk id="4" creationId="{E336DC79-3EA6-7325-3D0B-C041B850142A}"/>
          </ac:spMkLst>
        </pc:spChg>
        <pc:spChg chg="del">
          <ac:chgData name="SAI GAYATHRI REDDY BHIMIREDDY" userId="db39b55f2a5aaf98" providerId="LiveId" clId="{441D6CDD-3608-4D65-AD01-57D2E1282889}" dt="2022-08-25T07:36:49.008" v="148" actId="478"/>
          <ac:spMkLst>
            <pc:docMk/>
            <pc:sldMk cId="2068121164" sldId="313"/>
            <ac:spMk id="5" creationId="{8FD645B0-0A7B-7091-C8D6-E7D27FA25E51}"/>
          </ac:spMkLst>
        </pc:spChg>
        <pc:spChg chg="del">
          <ac:chgData name="SAI GAYATHRI REDDY BHIMIREDDY" userId="db39b55f2a5aaf98" providerId="LiveId" clId="{441D6CDD-3608-4D65-AD01-57D2E1282889}" dt="2022-08-25T07:37:18.945" v="154" actId="478"/>
          <ac:spMkLst>
            <pc:docMk/>
            <pc:sldMk cId="2068121164" sldId="313"/>
            <ac:spMk id="6" creationId="{3C7B8494-23AF-BB4F-382C-D2B07675EBB6}"/>
          </ac:spMkLst>
        </pc:spChg>
        <pc:spChg chg="del">
          <ac:chgData name="SAI GAYATHRI REDDY BHIMIREDDY" userId="db39b55f2a5aaf98" providerId="LiveId" clId="{441D6CDD-3608-4D65-AD01-57D2E1282889}" dt="2022-08-26T03:47:51.539" v="1446" actId="478"/>
          <ac:spMkLst>
            <pc:docMk/>
            <pc:sldMk cId="2068121164" sldId="313"/>
            <ac:spMk id="7" creationId="{69D875C8-4D19-8AF8-6F98-F151E309145E}"/>
          </ac:spMkLst>
        </pc:spChg>
        <pc:spChg chg="del">
          <ac:chgData name="SAI GAYATHRI REDDY BHIMIREDDY" userId="db39b55f2a5aaf98" providerId="LiveId" clId="{441D6CDD-3608-4D65-AD01-57D2E1282889}" dt="2022-08-25T07:36:54.125" v="150" actId="478"/>
          <ac:spMkLst>
            <pc:docMk/>
            <pc:sldMk cId="2068121164" sldId="313"/>
            <ac:spMk id="9" creationId="{F0CC0C3B-96FD-06F4-C3EC-91658544150B}"/>
          </ac:spMkLst>
        </pc:spChg>
        <pc:spChg chg="del">
          <ac:chgData name="SAI GAYATHRI REDDY BHIMIREDDY" userId="db39b55f2a5aaf98" providerId="LiveId" clId="{441D6CDD-3608-4D65-AD01-57D2E1282889}" dt="2022-08-25T07:37:01.550" v="152" actId="478"/>
          <ac:spMkLst>
            <pc:docMk/>
            <pc:sldMk cId="2068121164" sldId="313"/>
            <ac:spMk id="10" creationId="{6E802B29-40B6-000C-8EDD-903910D08A61}"/>
          </ac:spMkLst>
        </pc:spChg>
        <pc:spChg chg="add del mod">
          <ac:chgData name="SAI GAYATHRI REDDY BHIMIREDDY" userId="db39b55f2a5aaf98" providerId="LiveId" clId="{441D6CDD-3608-4D65-AD01-57D2E1282889}" dt="2022-08-25T07:36:44.600" v="147" actId="478"/>
          <ac:spMkLst>
            <pc:docMk/>
            <pc:sldMk cId="2068121164" sldId="313"/>
            <ac:spMk id="12" creationId="{096199C6-EDD8-4132-36D2-0DA99DE345A1}"/>
          </ac:spMkLst>
        </pc:spChg>
        <pc:spChg chg="add del mod">
          <ac:chgData name="SAI GAYATHRI REDDY BHIMIREDDY" userId="db39b55f2a5aaf98" providerId="LiveId" clId="{441D6CDD-3608-4D65-AD01-57D2E1282889}" dt="2022-08-25T07:36:50.582" v="149" actId="478"/>
          <ac:spMkLst>
            <pc:docMk/>
            <pc:sldMk cId="2068121164" sldId="313"/>
            <ac:spMk id="14" creationId="{8B9BF6A2-BD3A-5A75-85BC-36914F76F7CD}"/>
          </ac:spMkLst>
        </pc:spChg>
        <pc:spChg chg="add del mod">
          <ac:chgData name="SAI GAYATHRI REDDY BHIMIREDDY" userId="db39b55f2a5aaf98" providerId="LiveId" clId="{441D6CDD-3608-4D65-AD01-57D2E1282889}" dt="2022-08-25T07:36:57.823" v="151" actId="478"/>
          <ac:spMkLst>
            <pc:docMk/>
            <pc:sldMk cId="2068121164" sldId="313"/>
            <ac:spMk id="16" creationId="{E534C694-97B0-265F-3B7A-DB84DF62AADB}"/>
          </ac:spMkLst>
        </pc:spChg>
        <pc:spChg chg="add del mod">
          <ac:chgData name="SAI GAYATHRI REDDY BHIMIREDDY" userId="db39b55f2a5aaf98" providerId="LiveId" clId="{441D6CDD-3608-4D65-AD01-57D2E1282889}" dt="2022-08-25T07:37:04.629" v="153" actId="478"/>
          <ac:spMkLst>
            <pc:docMk/>
            <pc:sldMk cId="2068121164" sldId="313"/>
            <ac:spMk id="18" creationId="{29411484-F0E1-BBC5-7496-6300544EF774}"/>
          </ac:spMkLst>
        </pc:spChg>
        <pc:spChg chg="add del mod">
          <ac:chgData name="SAI GAYATHRI REDDY BHIMIREDDY" userId="db39b55f2a5aaf98" providerId="LiveId" clId="{441D6CDD-3608-4D65-AD01-57D2E1282889}" dt="2022-08-25T07:37:22.756" v="155" actId="478"/>
          <ac:spMkLst>
            <pc:docMk/>
            <pc:sldMk cId="2068121164" sldId="313"/>
            <ac:spMk id="20" creationId="{FE4309C0-D992-7A1D-82C6-D053A85FB815}"/>
          </ac:spMkLst>
        </pc:spChg>
        <pc:spChg chg="add del mod">
          <ac:chgData name="SAI GAYATHRI REDDY BHIMIREDDY" userId="db39b55f2a5aaf98" providerId="LiveId" clId="{441D6CDD-3608-4D65-AD01-57D2E1282889}" dt="2022-08-25T07:37:29.460" v="157" actId="478"/>
          <ac:spMkLst>
            <pc:docMk/>
            <pc:sldMk cId="2068121164" sldId="313"/>
            <ac:spMk id="22" creationId="{94649F80-02E8-4020-055C-B78E9BD29DA2}"/>
          </ac:spMkLst>
        </pc:spChg>
        <pc:spChg chg="add mod">
          <ac:chgData name="SAI GAYATHRI REDDY BHIMIREDDY" userId="db39b55f2a5aaf98" providerId="LiveId" clId="{441D6CDD-3608-4D65-AD01-57D2E1282889}" dt="2022-08-26T08:04:53.019" v="2315" actId="2711"/>
          <ac:spMkLst>
            <pc:docMk/>
            <pc:sldMk cId="2068121164" sldId="313"/>
            <ac:spMk id="24" creationId="{90BD447F-96C8-B456-9A47-C600281B6BB8}"/>
          </ac:spMkLst>
        </pc:spChg>
      </pc:sldChg>
      <pc:sldChg chg="addSp delSp modSp mod">
        <pc:chgData name="SAI GAYATHRI REDDY BHIMIREDDY" userId="db39b55f2a5aaf98" providerId="LiveId" clId="{441D6CDD-3608-4D65-AD01-57D2E1282889}" dt="2022-08-26T08:12:04.191" v="2369" actId="478"/>
        <pc:sldMkLst>
          <pc:docMk/>
          <pc:sldMk cId="2790251853" sldId="316"/>
        </pc:sldMkLst>
        <pc:spChg chg="add del mod">
          <ac:chgData name="SAI GAYATHRI REDDY BHIMIREDDY" userId="db39b55f2a5aaf98" providerId="LiveId" clId="{441D6CDD-3608-4D65-AD01-57D2E1282889}" dt="2022-08-26T07:52:40.680" v="1971" actId="21"/>
          <ac:spMkLst>
            <pc:docMk/>
            <pc:sldMk cId="2790251853" sldId="316"/>
            <ac:spMk id="3" creationId="{A78B7301-36C1-BC7D-27E6-4EDBADB35F68}"/>
          </ac:spMkLst>
        </pc:spChg>
        <pc:spChg chg="del mod">
          <ac:chgData name="SAI GAYATHRI REDDY BHIMIREDDY" userId="db39b55f2a5aaf98" providerId="LiveId" clId="{441D6CDD-3608-4D65-AD01-57D2E1282889}" dt="2022-08-26T08:12:01.267" v="2368" actId="478"/>
          <ac:spMkLst>
            <pc:docMk/>
            <pc:sldMk cId="2790251853" sldId="316"/>
            <ac:spMk id="5" creationId="{AAF5CF3F-E5EF-5769-3F83-24ADB4412BBF}"/>
          </ac:spMkLst>
        </pc:spChg>
        <pc:spChg chg="add del mod">
          <ac:chgData name="SAI GAYATHRI REDDY BHIMIREDDY" userId="db39b55f2a5aaf98" providerId="LiveId" clId="{441D6CDD-3608-4D65-AD01-57D2E1282889}" dt="2022-08-26T08:12:04.191" v="2369" actId="478"/>
          <ac:spMkLst>
            <pc:docMk/>
            <pc:sldMk cId="2790251853" sldId="316"/>
            <ac:spMk id="6" creationId="{AA95EBB7-3249-233D-C19E-57CD3DECD1C9}"/>
          </ac:spMkLst>
        </pc:spChg>
      </pc:sldChg>
      <pc:sldChg chg="delSp modSp mod">
        <pc:chgData name="SAI GAYATHRI REDDY BHIMIREDDY" userId="db39b55f2a5aaf98" providerId="LiveId" clId="{441D6CDD-3608-4D65-AD01-57D2E1282889}" dt="2022-08-26T08:04:39.092" v="2313" actId="27636"/>
        <pc:sldMkLst>
          <pc:docMk/>
          <pc:sldMk cId="336724523" sldId="317"/>
        </pc:sldMkLst>
        <pc:spChg chg="mod">
          <ac:chgData name="SAI GAYATHRI REDDY BHIMIREDDY" userId="db39b55f2a5aaf98" providerId="LiveId" clId="{441D6CDD-3608-4D65-AD01-57D2E1282889}" dt="2022-08-25T07:38:56.209" v="162" actId="14100"/>
          <ac:spMkLst>
            <pc:docMk/>
            <pc:sldMk cId="336724523" sldId="317"/>
            <ac:spMk id="2" creationId="{7E92E2B0-98D1-F6D8-CE53-4C6239F66FF4}"/>
          </ac:spMkLst>
        </pc:spChg>
        <pc:spChg chg="mod">
          <ac:chgData name="SAI GAYATHRI REDDY BHIMIREDDY" userId="db39b55f2a5aaf98" providerId="LiveId" clId="{441D6CDD-3608-4D65-AD01-57D2E1282889}" dt="2022-08-26T08:04:39.092" v="2313" actId="27636"/>
          <ac:spMkLst>
            <pc:docMk/>
            <pc:sldMk cId="336724523" sldId="317"/>
            <ac:spMk id="3" creationId="{6E52B389-C300-931C-616C-F360F9249363}"/>
          </ac:spMkLst>
        </pc:spChg>
        <pc:spChg chg="del mod">
          <ac:chgData name="SAI GAYATHRI REDDY BHIMIREDDY" userId="db39b55f2a5aaf98" providerId="LiveId" clId="{441D6CDD-3608-4D65-AD01-57D2E1282889}" dt="2022-08-26T03:47:41.254" v="1443" actId="478"/>
          <ac:spMkLst>
            <pc:docMk/>
            <pc:sldMk cId="336724523" sldId="317"/>
            <ac:spMk id="4" creationId="{F183A020-DDB0-0A04-4634-FA88532A9E11}"/>
          </ac:spMkLst>
        </pc:spChg>
      </pc:sldChg>
      <pc:sldChg chg="delSp modSp new mod">
        <pc:chgData name="SAI GAYATHRI REDDY BHIMIREDDY" userId="db39b55f2a5aaf98" providerId="LiveId" clId="{441D6CDD-3608-4D65-AD01-57D2E1282889}" dt="2022-08-26T08:11:12.347" v="2362" actId="1076"/>
        <pc:sldMkLst>
          <pc:docMk/>
          <pc:sldMk cId="1638433785" sldId="318"/>
        </pc:sldMkLst>
        <pc:spChg chg="mod">
          <ac:chgData name="SAI GAYATHRI REDDY BHIMIREDDY" userId="db39b55f2a5aaf98" providerId="LiveId" clId="{441D6CDD-3608-4D65-AD01-57D2E1282889}" dt="2022-08-25T07:21:55.800" v="90" actId="20577"/>
          <ac:spMkLst>
            <pc:docMk/>
            <pc:sldMk cId="1638433785" sldId="318"/>
            <ac:spMk id="2" creationId="{73C61B5B-040B-054D-1CEC-52F90FA26A6A}"/>
          </ac:spMkLst>
        </pc:spChg>
        <pc:spChg chg="mod">
          <ac:chgData name="SAI GAYATHRI REDDY BHIMIREDDY" userId="db39b55f2a5aaf98" providerId="LiveId" clId="{441D6CDD-3608-4D65-AD01-57D2E1282889}" dt="2022-08-26T08:11:12.347" v="2362" actId="1076"/>
          <ac:spMkLst>
            <pc:docMk/>
            <pc:sldMk cId="1638433785" sldId="318"/>
            <ac:spMk id="3" creationId="{476161D2-F8BC-1CB5-E8E6-6ADA3B99C473}"/>
          </ac:spMkLst>
        </pc:spChg>
        <pc:spChg chg="del mod">
          <ac:chgData name="SAI GAYATHRI REDDY BHIMIREDDY" userId="db39b55f2a5aaf98" providerId="LiveId" clId="{441D6CDD-3608-4D65-AD01-57D2E1282889}" dt="2022-08-26T03:49:25.621" v="1462" actId="478"/>
          <ac:spMkLst>
            <pc:docMk/>
            <pc:sldMk cId="1638433785" sldId="318"/>
            <ac:spMk id="4" creationId="{DF952845-B9DC-08F0-1FA5-E92F6373D812}"/>
          </ac:spMkLst>
        </pc:spChg>
      </pc:sldChg>
      <pc:sldChg chg="new del">
        <pc:chgData name="SAI GAYATHRI REDDY BHIMIREDDY" userId="db39b55f2a5aaf98" providerId="LiveId" clId="{441D6CDD-3608-4D65-AD01-57D2E1282889}" dt="2022-08-25T07:21:18.237" v="49" actId="47"/>
        <pc:sldMkLst>
          <pc:docMk/>
          <pc:sldMk cId="3576769571" sldId="318"/>
        </pc:sldMkLst>
      </pc:sldChg>
      <pc:sldChg chg="new del">
        <pc:chgData name="SAI GAYATHRI REDDY BHIMIREDDY" userId="db39b55f2a5aaf98" providerId="LiveId" clId="{441D6CDD-3608-4D65-AD01-57D2E1282889}" dt="2022-08-25T07:21:13.630" v="48" actId="47"/>
        <pc:sldMkLst>
          <pc:docMk/>
          <pc:sldMk cId="374468004" sldId="319"/>
        </pc:sldMkLst>
      </pc:sldChg>
      <pc:sldChg chg="delSp modSp new del mod">
        <pc:chgData name="SAI GAYATHRI REDDY BHIMIREDDY" userId="db39b55f2a5aaf98" providerId="LiveId" clId="{441D6CDD-3608-4D65-AD01-57D2E1282889}" dt="2022-08-25T19:09:01.526" v="1036" actId="2696"/>
        <pc:sldMkLst>
          <pc:docMk/>
          <pc:sldMk cId="2299091816" sldId="319"/>
        </pc:sldMkLst>
        <pc:spChg chg="del">
          <ac:chgData name="SAI GAYATHRI REDDY BHIMIREDDY" userId="db39b55f2a5aaf98" providerId="LiveId" clId="{441D6CDD-3608-4D65-AD01-57D2E1282889}" dt="2022-08-25T07:32:57.226" v="119" actId="478"/>
          <ac:spMkLst>
            <pc:docMk/>
            <pc:sldMk cId="2299091816" sldId="319"/>
            <ac:spMk id="2" creationId="{BECF5580-AAD0-910B-FC34-7B3BC6B98CC1}"/>
          </ac:spMkLst>
        </pc:spChg>
        <pc:spChg chg="mod">
          <ac:chgData name="SAI GAYATHRI REDDY BHIMIREDDY" userId="db39b55f2a5aaf98" providerId="LiveId" clId="{441D6CDD-3608-4D65-AD01-57D2E1282889}" dt="2022-08-25T19:08:50.585" v="1033" actId="21"/>
          <ac:spMkLst>
            <pc:docMk/>
            <pc:sldMk cId="2299091816" sldId="319"/>
            <ac:spMk id="3" creationId="{D04C8C0D-4510-79E3-CDF9-7737B4BC6E15}"/>
          </ac:spMkLst>
        </pc:spChg>
      </pc:sldChg>
      <pc:sldChg chg="delSp modSp new mod">
        <pc:chgData name="SAI GAYATHRI REDDY BHIMIREDDY" userId="db39b55f2a5aaf98" providerId="LiveId" clId="{441D6CDD-3608-4D65-AD01-57D2E1282889}" dt="2022-08-26T08:11:37.970" v="2364" actId="404"/>
        <pc:sldMkLst>
          <pc:docMk/>
          <pc:sldMk cId="2530386246" sldId="320"/>
        </pc:sldMkLst>
        <pc:spChg chg="del">
          <ac:chgData name="SAI GAYATHRI REDDY BHIMIREDDY" userId="db39b55f2a5aaf98" providerId="LiveId" clId="{441D6CDD-3608-4D65-AD01-57D2E1282889}" dt="2022-08-25T07:23:02.015" v="101" actId="478"/>
          <ac:spMkLst>
            <pc:docMk/>
            <pc:sldMk cId="2530386246" sldId="320"/>
            <ac:spMk id="2" creationId="{9AA749AD-5A09-2D78-BB9D-708F23DF2CCE}"/>
          </ac:spMkLst>
        </pc:spChg>
        <pc:spChg chg="mod">
          <ac:chgData name="SAI GAYATHRI REDDY BHIMIREDDY" userId="db39b55f2a5aaf98" providerId="LiveId" clId="{441D6CDD-3608-4D65-AD01-57D2E1282889}" dt="2022-08-26T08:11:37.970" v="2364" actId="404"/>
          <ac:spMkLst>
            <pc:docMk/>
            <pc:sldMk cId="2530386246" sldId="320"/>
            <ac:spMk id="3" creationId="{03996C45-7830-4CEE-FA02-48F5E52AABFA}"/>
          </ac:spMkLst>
        </pc:spChg>
        <pc:spChg chg="del">
          <ac:chgData name="SAI GAYATHRI REDDY BHIMIREDDY" userId="db39b55f2a5aaf98" providerId="LiveId" clId="{441D6CDD-3608-4D65-AD01-57D2E1282889}" dt="2022-08-26T03:49:32.413" v="1463" actId="478"/>
          <ac:spMkLst>
            <pc:docMk/>
            <pc:sldMk cId="2530386246" sldId="320"/>
            <ac:spMk id="4" creationId="{6AEECD22-D2DB-BFEE-3677-5A1FEEDD19CF}"/>
          </ac:spMkLst>
        </pc:spChg>
      </pc:sldChg>
      <pc:sldChg chg="delSp modSp new mod ord">
        <pc:chgData name="SAI GAYATHRI REDDY BHIMIREDDY" userId="db39b55f2a5aaf98" providerId="LiveId" clId="{441D6CDD-3608-4D65-AD01-57D2E1282889}" dt="2022-08-26T13:30:35.747" v="2674" actId="113"/>
        <pc:sldMkLst>
          <pc:docMk/>
          <pc:sldMk cId="692155386" sldId="321"/>
        </pc:sldMkLst>
        <pc:spChg chg="mod">
          <ac:chgData name="SAI GAYATHRI REDDY BHIMIREDDY" userId="db39b55f2a5aaf98" providerId="LiveId" clId="{441D6CDD-3608-4D65-AD01-57D2E1282889}" dt="2022-08-26T03:48:08.744" v="1449" actId="1076"/>
          <ac:spMkLst>
            <pc:docMk/>
            <pc:sldMk cId="692155386" sldId="321"/>
            <ac:spMk id="2" creationId="{E4C90E5D-5D8E-9647-3E9F-3FAD9C3CEE12}"/>
          </ac:spMkLst>
        </pc:spChg>
        <pc:spChg chg="mod">
          <ac:chgData name="SAI GAYATHRI REDDY BHIMIREDDY" userId="db39b55f2a5aaf98" providerId="LiveId" clId="{441D6CDD-3608-4D65-AD01-57D2E1282889}" dt="2022-08-26T13:30:35.747" v="2674" actId="113"/>
          <ac:spMkLst>
            <pc:docMk/>
            <pc:sldMk cId="692155386" sldId="321"/>
            <ac:spMk id="3" creationId="{6CD0C9ED-5CC3-1581-EC11-FE64268B8198}"/>
          </ac:spMkLst>
        </pc:spChg>
        <pc:spChg chg="del">
          <ac:chgData name="SAI GAYATHRI REDDY BHIMIREDDY" userId="db39b55f2a5aaf98" providerId="LiveId" clId="{441D6CDD-3608-4D65-AD01-57D2E1282889}" dt="2022-08-26T03:47:58.162" v="1447" actId="478"/>
          <ac:spMkLst>
            <pc:docMk/>
            <pc:sldMk cId="692155386" sldId="321"/>
            <ac:spMk id="4" creationId="{F8BD2F3E-FE58-CFB6-FDE0-664BC26117E6}"/>
          </ac:spMkLst>
        </pc:spChg>
      </pc:sldChg>
      <pc:sldChg chg="new del">
        <pc:chgData name="SAI GAYATHRI REDDY BHIMIREDDY" userId="db39b55f2a5aaf98" providerId="LiveId" clId="{441D6CDD-3608-4D65-AD01-57D2E1282889}" dt="2022-08-25T07:35:01.077" v="131" actId="680"/>
        <pc:sldMkLst>
          <pc:docMk/>
          <pc:sldMk cId="1574100150" sldId="321"/>
        </pc:sldMkLst>
      </pc:sldChg>
      <pc:sldChg chg="delSp modSp new del mod ord">
        <pc:chgData name="SAI GAYATHRI REDDY BHIMIREDDY" userId="db39b55f2a5aaf98" providerId="LiveId" clId="{441D6CDD-3608-4D65-AD01-57D2E1282889}" dt="2022-08-25T18:27:34.644" v="617" actId="2696"/>
        <pc:sldMkLst>
          <pc:docMk/>
          <pc:sldMk cId="4241912186" sldId="322"/>
        </pc:sldMkLst>
        <pc:spChg chg="del">
          <ac:chgData name="SAI GAYATHRI REDDY BHIMIREDDY" userId="db39b55f2a5aaf98" providerId="LiveId" clId="{441D6CDD-3608-4D65-AD01-57D2E1282889}" dt="2022-08-25T18:24:59.787" v="615" actId="478"/>
          <ac:spMkLst>
            <pc:docMk/>
            <pc:sldMk cId="4241912186" sldId="322"/>
            <ac:spMk id="2" creationId="{BF6630D5-DC0C-B931-B7AB-3005531F51DF}"/>
          </ac:spMkLst>
        </pc:spChg>
        <pc:spChg chg="mod">
          <ac:chgData name="SAI GAYATHRI REDDY BHIMIREDDY" userId="db39b55f2a5aaf98" providerId="LiveId" clId="{441D6CDD-3608-4D65-AD01-57D2E1282889}" dt="2022-08-25T18:25:04.596" v="616" actId="14100"/>
          <ac:spMkLst>
            <pc:docMk/>
            <pc:sldMk cId="4241912186" sldId="322"/>
            <ac:spMk id="3" creationId="{DDD6AA3F-0F02-4B96-002B-B385E33CDACB}"/>
          </ac:spMkLst>
        </pc:spChg>
      </pc:sldChg>
      <pc:sldChg chg="delSp modSp new del mod ord">
        <pc:chgData name="SAI GAYATHRI REDDY BHIMIREDDY" userId="db39b55f2a5aaf98" providerId="LiveId" clId="{441D6CDD-3608-4D65-AD01-57D2E1282889}" dt="2022-08-26T05:41:32.420" v="1819" actId="47"/>
        <pc:sldMkLst>
          <pc:docMk/>
          <pc:sldMk cId="292783141" sldId="323"/>
        </pc:sldMkLst>
        <pc:spChg chg="del">
          <ac:chgData name="SAI GAYATHRI REDDY BHIMIREDDY" userId="db39b55f2a5aaf98" providerId="LiveId" clId="{441D6CDD-3608-4D65-AD01-57D2E1282889}" dt="2022-08-25T18:04:09.616" v="349" actId="478"/>
          <ac:spMkLst>
            <pc:docMk/>
            <pc:sldMk cId="292783141" sldId="323"/>
            <ac:spMk id="2" creationId="{3F8075A1-87CA-A5F1-8EA4-8AD192A81B32}"/>
          </ac:spMkLst>
        </pc:spChg>
        <pc:spChg chg="mod">
          <ac:chgData name="SAI GAYATHRI REDDY BHIMIREDDY" userId="db39b55f2a5aaf98" providerId="LiveId" clId="{441D6CDD-3608-4D65-AD01-57D2E1282889}" dt="2022-08-26T05:41:24.053" v="1815" actId="21"/>
          <ac:spMkLst>
            <pc:docMk/>
            <pc:sldMk cId="292783141" sldId="323"/>
            <ac:spMk id="3" creationId="{6D84357B-EB3C-740D-9282-59A1609F7EA4}"/>
          </ac:spMkLst>
        </pc:spChg>
        <pc:spChg chg="del">
          <ac:chgData name="SAI GAYATHRI REDDY BHIMIREDDY" userId="db39b55f2a5aaf98" providerId="LiveId" clId="{441D6CDD-3608-4D65-AD01-57D2E1282889}" dt="2022-08-26T03:48:18.937" v="1450" actId="478"/>
          <ac:spMkLst>
            <pc:docMk/>
            <pc:sldMk cId="292783141" sldId="323"/>
            <ac:spMk id="4" creationId="{65D1E84B-196E-FBDC-CC56-7DC61AE5874A}"/>
          </ac:spMkLst>
        </pc:spChg>
      </pc:sldChg>
      <pc:sldChg chg="delSp modSp new mod ord">
        <pc:chgData name="SAI GAYATHRI REDDY BHIMIREDDY" userId="db39b55f2a5aaf98" providerId="LiveId" clId="{441D6CDD-3608-4D65-AD01-57D2E1282889}" dt="2022-08-26T13:30:48.981" v="2676" actId="113"/>
        <pc:sldMkLst>
          <pc:docMk/>
          <pc:sldMk cId="3734217895" sldId="324"/>
        </pc:sldMkLst>
        <pc:spChg chg="del">
          <ac:chgData name="SAI GAYATHRI REDDY BHIMIREDDY" userId="db39b55f2a5aaf98" providerId="LiveId" clId="{441D6CDD-3608-4D65-AD01-57D2E1282889}" dt="2022-08-25T18:12:46.662" v="460" actId="478"/>
          <ac:spMkLst>
            <pc:docMk/>
            <pc:sldMk cId="3734217895" sldId="324"/>
            <ac:spMk id="2" creationId="{34426112-3C4E-0222-AE05-9B5584330E03}"/>
          </ac:spMkLst>
        </pc:spChg>
        <pc:spChg chg="mod">
          <ac:chgData name="SAI GAYATHRI REDDY BHIMIREDDY" userId="db39b55f2a5aaf98" providerId="LiveId" clId="{441D6CDD-3608-4D65-AD01-57D2E1282889}" dt="2022-08-26T13:30:48.981" v="2676" actId="113"/>
          <ac:spMkLst>
            <pc:docMk/>
            <pc:sldMk cId="3734217895" sldId="324"/>
            <ac:spMk id="3" creationId="{57EA2341-BC97-5EE2-EDE4-8273644088B8}"/>
          </ac:spMkLst>
        </pc:spChg>
        <pc:spChg chg="del">
          <ac:chgData name="SAI GAYATHRI REDDY BHIMIREDDY" userId="db39b55f2a5aaf98" providerId="LiveId" clId="{441D6CDD-3608-4D65-AD01-57D2E1282889}" dt="2022-08-26T03:48:36.896" v="1454" actId="478"/>
          <ac:spMkLst>
            <pc:docMk/>
            <pc:sldMk cId="3734217895" sldId="324"/>
            <ac:spMk id="4" creationId="{32813C38-2851-57D8-DDA5-A431FFFF885B}"/>
          </ac:spMkLst>
        </pc:spChg>
      </pc:sldChg>
      <pc:sldChg chg="addSp delSp modSp new mod ord">
        <pc:chgData name="SAI GAYATHRI REDDY BHIMIREDDY" userId="db39b55f2a5aaf98" providerId="LiveId" clId="{441D6CDD-3608-4D65-AD01-57D2E1282889}" dt="2022-08-26T08:09:48.991" v="2348" actId="2711"/>
        <pc:sldMkLst>
          <pc:docMk/>
          <pc:sldMk cId="2502616027" sldId="325"/>
        </pc:sldMkLst>
        <pc:spChg chg="del">
          <ac:chgData name="SAI GAYATHRI REDDY BHIMIREDDY" userId="db39b55f2a5aaf98" providerId="LiveId" clId="{441D6CDD-3608-4D65-AD01-57D2E1282889}" dt="2022-08-25T18:29:42.665" v="621" actId="478"/>
          <ac:spMkLst>
            <pc:docMk/>
            <pc:sldMk cId="2502616027" sldId="325"/>
            <ac:spMk id="2" creationId="{7FA23F95-9CE8-0F27-6CBF-7A105A1E7654}"/>
          </ac:spMkLst>
        </pc:spChg>
        <pc:spChg chg="del mod">
          <ac:chgData name="SAI GAYATHRI REDDY BHIMIREDDY" userId="db39b55f2a5aaf98" providerId="LiveId" clId="{441D6CDD-3608-4D65-AD01-57D2E1282889}" dt="2022-08-25T18:29:58.896" v="623" actId="3680"/>
          <ac:spMkLst>
            <pc:docMk/>
            <pc:sldMk cId="2502616027" sldId="325"/>
            <ac:spMk id="3" creationId="{445E499C-F964-7EFA-DE97-841EC307966B}"/>
          </ac:spMkLst>
        </pc:spChg>
        <pc:spChg chg="del">
          <ac:chgData name="SAI GAYATHRI REDDY BHIMIREDDY" userId="db39b55f2a5aaf98" providerId="LiveId" clId="{441D6CDD-3608-4D65-AD01-57D2E1282889}" dt="2022-08-26T03:48:44.610" v="1455" actId="478"/>
          <ac:spMkLst>
            <pc:docMk/>
            <pc:sldMk cId="2502616027" sldId="325"/>
            <ac:spMk id="4" creationId="{CE7544F7-E036-9FDC-41D0-9FA73FE06C1A}"/>
          </ac:spMkLst>
        </pc:spChg>
        <pc:spChg chg="add del mod">
          <ac:chgData name="SAI GAYATHRI REDDY BHIMIREDDY" userId="db39b55f2a5aaf98" providerId="LiveId" clId="{441D6CDD-3608-4D65-AD01-57D2E1282889}" dt="2022-08-25T18:34:41.642" v="794" actId="478"/>
          <ac:spMkLst>
            <pc:docMk/>
            <pc:sldMk cId="2502616027" sldId="325"/>
            <ac:spMk id="8" creationId="{DE2173B9-3E19-90E5-338F-DA31C48DC57C}"/>
          </ac:spMkLst>
        </pc:spChg>
        <pc:spChg chg="add mod">
          <ac:chgData name="SAI GAYATHRI REDDY BHIMIREDDY" userId="db39b55f2a5aaf98" providerId="LiveId" clId="{441D6CDD-3608-4D65-AD01-57D2E1282889}" dt="2022-08-26T08:08:46.743" v="2343" actId="1076"/>
          <ac:spMkLst>
            <pc:docMk/>
            <pc:sldMk cId="2502616027" sldId="325"/>
            <ac:spMk id="9" creationId="{67901233-1950-68A6-EAB9-6BDCBF22A054}"/>
          </ac:spMkLst>
        </pc:spChg>
        <pc:spChg chg="add mod">
          <ac:chgData name="SAI GAYATHRI REDDY BHIMIREDDY" userId="db39b55f2a5aaf98" providerId="LiveId" clId="{441D6CDD-3608-4D65-AD01-57D2E1282889}" dt="2022-08-25T18:39:56.539" v="858" actId="1076"/>
          <ac:spMkLst>
            <pc:docMk/>
            <pc:sldMk cId="2502616027" sldId="325"/>
            <ac:spMk id="10" creationId="{9F628EAF-4BA5-C06F-DCF5-135E4BCBF7C5}"/>
          </ac:spMkLst>
        </pc:spChg>
        <pc:spChg chg="add mod">
          <ac:chgData name="SAI GAYATHRI REDDY BHIMIREDDY" userId="db39b55f2a5aaf98" providerId="LiveId" clId="{441D6CDD-3608-4D65-AD01-57D2E1282889}" dt="2022-08-25T18:34:48.586" v="795" actId="1076"/>
          <ac:spMkLst>
            <pc:docMk/>
            <pc:sldMk cId="2502616027" sldId="325"/>
            <ac:spMk id="11" creationId="{027A54F9-5CB1-45B1-4320-A2FE2531CA08}"/>
          </ac:spMkLst>
        </pc:spChg>
        <pc:spChg chg="add mod">
          <ac:chgData name="SAI GAYATHRI REDDY BHIMIREDDY" userId="db39b55f2a5aaf98" providerId="LiveId" clId="{441D6CDD-3608-4D65-AD01-57D2E1282889}" dt="2022-08-26T08:09:03.592" v="2345" actId="2711"/>
          <ac:spMkLst>
            <pc:docMk/>
            <pc:sldMk cId="2502616027" sldId="325"/>
            <ac:spMk id="12" creationId="{1B05B514-2060-7C08-361B-60E00590D08B}"/>
          </ac:spMkLst>
        </pc:spChg>
        <pc:spChg chg="add mod">
          <ac:chgData name="SAI GAYATHRI REDDY BHIMIREDDY" userId="db39b55f2a5aaf98" providerId="LiveId" clId="{441D6CDD-3608-4D65-AD01-57D2E1282889}" dt="2022-08-25T18:41:38.896" v="875" actId="1076"/>
          <ac:spMkLst>
            <pc:docMk/>
            <pc:sldMk cId="2502616027" sldId="325"/>
            <ac:spMk id="13" creationId="{6E461C1B-400D-154B-A718-583A5A821068}"/>
          </ac:spMkLst>
        </pc:spChg>
        <pc:spChg chg="add mod">
          <ac:chgData name="SAI GAYATHRI REDDY BHIMIREDDY" userId="db39b55f2a5aaf98" providerId="LiveId" clId="{441D6CDD-3608-4D65-AD01-57D2E1282889}" dt="2022-08-25T19:00:07.929" v="963" actId="1076"/>
          <ac:spMkLst>
            <pc:docMk/>
            <pc:sldMk cId="2502616027" sldId="325"/>
            <ac:spMk id="14" creationId="{65AD509E-2AFC-A3E0-0A98-198551FFE041}"/>
          </ac:spMkLst>
        </pc:spChg>
        <pc:spChg chg="add mod">
          <ac:chgData name="SAI GAYATHRI REDDY BHIMIREDDY" userId="db39b55f2a5aaf98" providerId="LiveId" clId="{441D6CDD-3608-4D65-AD01-57D2E1282889}" dt="2022-08-26T08:09:42.954" v="2347" actId="1076"/>
          <ac:spMkLst>
            <pc:docMk/>
            <pc:sldMk cId="2502616027" sldId="325"/>
            <ac:spMk id="15" creationId="{7723472C-A704-5617-1856-7DF8DCA3DB75}"/>
          </ac:spMkLst>
        </pc:spChg>
        <pc:spChg chg="add mod">
          <ac:chgData name="SAI GAYATHRI REDDY BHIMIREDDY" userId="db39b55f2a5aaf98" providerId="LiveId" clId="{441D6CDD-3608-4D65-AD01-57D2E1282889}" dt="2022-08-26T08:09:48.991" v="2348" actId="2711"/>
          <ac:spMkLst>
            <pc:docMk/>
            <pc:sldMk cId="2502616027" sldId="325"/>
            <ac:spMk id="16" creationId="{BF195080-7BD2-5097-5FE4-5C8D9EEE4C28}"/>
          </ac:spMkLst>
        </pc:spChg>
        <pc:graphicFrameChg chg="add del mod ord modGraphic">
          <ac:chgData name="SAI GAYATHRI REDDY BHIMIREDDY" userId="db39b55f2a5aaf98" providerId="LiveId" clId="{441D6CDD-3608-4D65-AD01-57D2E1282889}" dt="2022-08-25T18:30:57.967" v="653" actId="478"/>
          <ac:graphicFrameMkLst>
            <pc:docMk/>
            <pc:sldMk cId="2502616027" sldId="325"/>
            <ac:graphicFrameMk id="6" creationId="{34A39979-4CB9-F241-1521-099924C96216}"/>
          </ac:graphicFrameMkLst>
        </pc:graphicFrameChg>
        <pc:picChg chg="add mod">
          <ac:chgData name="SAI GAYATHRI REDDY BHIMIREDDY" userId="db39b55f2a5aaf98" providerId="LiveId" clId="{441D6CDD-3608-4D65-AD01-57D2E1282889}" dt="2022-08-25T18:38:47.772" v="808" actId="1076"/>
          <ac:picMkLst>
            <pc:docMk/>
            <pc:sldMk cId="2502616027" sldId="325"/>
            <ac:picMk id="1026" creationId="{1A4DB882-72DB-4B42-549C-F10CEB27089F}"/>
          </ac:picMkLst>
        </pc:picChg>
        <pc:picChg chg="add mod">
          <ac:chgData name="SAI GAYATHRI REDDY BHIMIREDDY" userId="db39b55f2a5aaf98" providerId="LiveId" clId="{441D6CDD-3608-4D65-AD01-57D2E1282889}" dt="2022-08-25T18:59:47.704" v="960" actId="1076"/>
          <ac:picMkLst>
            <pc:docMk/>
            <pc:sldMk cId="2502616027" sldId="325"/>
            <ac:picMk id="1028" creationId="{C59D24EB-09C7-ACFD-3DB1-3E39FCDC1C33}"/>
          </ac:picMkLst>
        </pc:picChg>
        <pc:picChg chg="add mod">
          <ac:chgData name="SAI GAYATHRI REDDY BHIMIREDDY" userId="db39b55f2a5aaf98" providerId="LiveId" clId="{441D6CDD-3608-4D65-AD01-57D2E1282889}" dt="2022-08-26T03:48:51.271" v="1456" actId="1076"/>
          <ac:picMkLst>
            <pc:docMk/>
            <pc:sldMk cId="2502616027" sldId="325"/>
            <ac:picMk id="1030" creationId="{53513752-CEFC-D430-ECCA-F72897406343}"/>
          </ac:picMkLst>
        </pc:picChg>
      </pc:sldChg>
      <pc:sldChg chg="delSp modSp new mod">
        <pc:chgData name="SAI GAYATHRI REDDY BHIMIREDDY" userId="db39b55f2a5aaf98" providerId="LiveId" clId="{441D6CDD-3608-4D65-AD01-57D2E1282889}" dt="2022-08-26T13:30:58.324" v="2677" actId="113"/>
        <pc:sldMkLst>
          <pc:docMk/>
          <pc:sldMk cId="2125491848" sldId="326"/>
        </pc:sldMkLst>
        <pc:spChg chg="del">
          <ac:chgData name="SAI GAYATHRI REDDY BHIMIREDDY" userId="db39b55f2a5aaf98" providerId="LiveId" clId="{441D6CDD-3608-4D65-AD01-57D2E1282889}" dt="2022-08-25T18:49:51.123" v="885" actId="478"/>
          <ac:spMkLst>
            <pc:docMk/>
            <pc:sldMk cId="2125491848" sldId="326"/>
            <ac:spMk id="2" creationId="{3946BA4F-2CE2-71E0-FE39-D91291AE40DA}"/>
          </ac:spMkLst>
        </pc:spChg>
        <pc:spChg chg="mod">
          <ac:chgData name="SAI GAYATHRI REDDY BHIMIREDDY" userId="db39b55f2a5aaf98" providerId="LiveId" clId="{441D6CDD-3608-4D65-AD01-57D2E1282889}" dt="2022-08-26T13:30:58.324" v="2677" actId="113"/>
          <ac:spMkLst>
            <pc:docMk/>
            <pc:sldMk cId="2125491848" sldId="326"/>
            <ac:spMk id="3" creationId="{37A2261D-9A7C-3DA9-0EE2-4BC7E836499C}"/>
          </ac:spMkLst>
        </pc:spChg>
        <pc:spChg chg="del">
          <ac:chgData name="SAI GAYATHRI REDDY BHIMIREDDY" userId="db39b55f2a5aaf98" providerId="LiveId" clId="{441D6CDD-3608-4D65-AD01-57D2E1282889}" dt="2022-08-26T03:49:08.637" v="1458" actId="478"/>
          <ac:spMkLst>
            <pc:docMk/>
            <pc:sldMk cId="2125491848" sldId="326"/>
            <ac:spMk id="4" creationId="{AC8445F4-30EE-28F5-39AD-74DC2B0C5254}"/>
          </ac:spMkLst>
        </pc:spChg>
      </pc:sldChg>
      <pc:sldChg chg="delSp modSp new mod">
        <pc:chgData name="SAI GAYATHRI REDDY BHIMIREDDY" userId="db39b55f2a5aaf98" providerId="LiveId" clId="{441D6CDD-3608-4D65-AD01-57D2E1282889}" dt="2022-08-26T13:31:06.312" v="2678" actId="113"/>
        <pc:sldMkLst>
          <pc:docMk/>
          <pc:sldMk cId="1201102038" sldId="327"/>
        </pc:sldMkLst>
        <pc:spChg chg="del">
          <ac:chgData name="SAI GAYATHRI REDDY BHIMIREDDY" userId="db39b55f2a5aaf98" providerId="LiveId" clId="{441D6CDD-3608-4D65-AD01-57D2E1282889}" dt="2022-08-25T19:03:25.719" v="965" actId="478"/>
          <ac:spMkLst>
            <pc:docMk/>
            <pc:sldMk cId="1201102038" sldId="327"/>
            <ac:spMk id="2" creationId="{17C4501B-0008-7C9B-DF44-4D55EADBAB2A}"/>
          </ac:spMkLst>
        </pc:spChg>
        <pc:spChg chg="mod">
          <ac:chgData name="SAI GAYATHRI REDDY BHIMIREDDY" userId="db39b55f2a5aaf98" providerId="LiveId" clId="{441D6CDD-3608-4D65-AD01-57D2E1282889}" dt="2022-08-26T13:31:06.312" v="2678" actId="113"/>
          <ac:spMkLst>
            <pc:docMk/>
            <pc:sldMk cId="1201102038" sldId="327"/>
            <ac:spMk id="3" creationId="{73E4D2C1-9F44-87AF-EC25-3240CDAC90D2}"/>
          </ac:spMkLst>
        </pc:spChg>
        <pc:spChg chg="del">
          <ac:chgData name="SAI GAYATHRI REDDY BHIMIREDDY" userId="db39b55f2a5aaf98" providerId="LiveId" clId="{441D6CDD-3608-4D65-AD01-57D2E1282889}" dt="2022-08-26T03:49:14.809" v="1459" actId="478"/>
          <ac:spMkLst>
            <pc:docMk/>
            <pc:sldMk cId="1201102038" sldId="327"/>
            <ac:spMk id="4" creationId="{5DF24D98-350F-AEF4-45AF-675056C6204D}"/>
          </ac:spMkLst>
        </pc:spChg>
      </pc:sldChg>
      <pc:sldChg chg="delSp modSp new mod">
        <pc:chgData name="SAI GAYATHRI REDDY BHIMIREDDY" userId="db39b55f2a5aaf98" providerId="LiveId" clId="{441D6CDD-3608-4D65-AD01-57D2E1282889}" dt="2022-08-26T13:31:16.429" v="2679" actId="113"/>
        <pc:sldMkLst>
          <pc:docMk/>
          <pc:sldMk cId="1913205240" sldId="328"/>
        </pc:sldMkLst>
        <pc:spChg chg="del mod">
          <ac:chgData name="SAI GAYATHRI REDDY BHIMIREDDY" userId="db39b55f2a5aaf98" providerId="LiveId" clId="{441D6CDD-3608-4D65-AD01-57D2E1282889}" dt="2022-08-25T19:13:39.774" v="1173" actId="478"/>
          <ac:spMkLst>
            <pc:docMk/>
            <pc:sldMk cId="1913205240" sldId="328"/>
            <ac:spMk id="2" creationId="{A919503F-392C-F819-FBB3-3DE9BB8BC916}"/>
          </ac:spMkLst>
        </pc:spChg>
        <pc:spChg chg="mod">
          <ac:chgData name="SAI GAYATHRI REDDY BHIMIREDDY" userId="db39b55f2a5aaf98" providerId="LiveId" clId="{441D6CDD-3608-4D65-AD01-57D2E1282889}" dt="2022-08-26T13:31:16.429" v="2679" actId="113"/>
          <ac:spMkLst>
            <pc:docMk/>
            <pc:sldMk cId="1913205240" sldId="328"/>
            <ac:spMk id="3" creationId="{BF84A0E9-A268-BAA8-496F-B9216B8DC73D}"/>
          </ac:spMkLst>
        </pc:spChg>
        <pc:spChg chg="del">
          <ac:chgData name="SAI GAYATHRI REDDY BHIMIREDDY" userId="db39b55f2a5aaf98" providerId="LiveId" clId="{441D6CDD-3608-4D65-AD01-57D2E1282889}" dt="2022-08-26T03:49:20.361" v="1460" actId="478"/>
          <ac:spMkLst>
            <pc:docMk/>
            <pc:sldMk cId="1913205240" sldId="328"/>
            <ac:spMk id="4" creationId="{DD3A3321-0997-0935-09D0-FCAAD7935BA7}"/>
          </ac:spMkLst>
        </pc:spChg>
      </pc:sldChg>
      <pc:sldChg chg="delSp modSp new mod">
        <pc:chgData name="SAI GAYATHRI REDDY BHIMIREDDY" userId="db39b55f2a5aaf98" providerId="LiveId" clId="{441D6CDD-3608-4D65-AD01-57D2E1282889}" dt="2022-08-26T08:11:53.393" v="2366" actId="2711"/>
        <pc:sldMkLst>
          <pc:docMk/>
          <pc:sldMk cId="3238640704" sldId="329"/>
        </pc:sldMkLst>
        <pc:spChg chg="del">
          <ac:chgData name="SAI GAYATHRI REDDY BHIMIREDDY" userId="db39b55f2a5aaf98" providerId="LiveId" clId="{441D6CDD-3608-4D65-AD01-57D2E1282889}" dt="2022-08-26T03:58:18.214" v="1467" actId="478"/>
          <ac:spMkLst>
            <pc:docMk/>
            <pc:sldMk cId="3238640704" sldId="329"/>
            <ac:spMk id="2" creationId="{99270307-07F3-EFD5-7A34-897E2BC18FB3}"/>
          </ac:spMkLst>
        </pc:spChg>
        <pc:spChg chg="mod">
          <ac:chgData name="SAI GAYATHRI REDDY BHIMIREDDY" userId="db39b55f2a5aaf98" providerId="LiveId" clId="{441D6CDD-3608-4D65-AD01-57D2E1282889}" dt="2022-08-26T08:11:53.393" v="2366" actId="2711"/>
          <ac:spMkLst>
            <pc:docMk/>
            <pc:sldMk cId="3238640704" sldId="329"/>
            <ac:spMk id="3" creationId="{DACC2C08-54A9-7CAA-9732-158717C9852C}"/>
          </ac:spMkLst>
        </pc:spChg>
      </pc:sldChg>
      <pc:sldChg chg="delSp modSp new mod">
        <pc:chgData name="SAI GAYATHRI REDDY BHIMIREDDY" userId="db39b55f2a5aaf98" providerId="LiveId" clId="{441D6CDD-3608-4D65-AD01-57D2E1282889}" dt="2022-08-26T13:31:23.871" v="2680" actId="113"/>
        <pc:sldMkLst>
          <pc:docMk/>
          <pc:sldMk cId="886349103" sldId="330"/>
        </pc:sldMkLst>
        <pc:spChg chg="del">
          <ac:chgData name="SAI GAYATHRI REDDY BHIMIREDDY" userId="db39b55f2a5aaf98" providerId="LiveId" clId="{441D6CDD-3608-4D65-AD01-57D2E1282889}" dt="2022-08-26T03:58:39.757" v="1472" actId="478"/>
          <ac:spMkLst>
            <pc:docMk/>
            <pc:sldMk cId="886349103" sldId="330"/>
            <ac:spMk id="2" creationId="{CC70BA87-8C12-2043-871B-263AA573D89F}"/>
          </ac:spMkLst>
        </pc:spChg>
        <pc:spChg chg="mod">
          <ac:chgData name="SAI GAYATHRI REDDY BHIMIREDDY" userId="db39b55f2a5aaf98" providerId="LiveId" clId="{441D6CDD-3608-4D65-AD01-57D2E1282889}" dt="2022-08-26T13:31:23.871" v="2680" actId="113"/>
          <ac:spMkLst>
            <pc:docMk/>
            <pc:sldMk cId="886349103" sldId="330"/>
            <ac:spMk id="3" creationId="{76F624B6-2E33-5A80-631C-B665BAFFE131}"/>
          </ac:spMkLst>
        </pc:spChg>
        <pc:spChg chg="del">
          <ac:chgData name="SAI GAYATHRI REDDY BHIMIREDDY" userId="db39b55f2a5aaf98" providerId="LiveId" clId="{441D6CDD-3608-4D65-AD01-57D2E1282889}" dt="2022-08-26T04:39:48.559" v="1805" actId="478"/>
          <ac:spMkLst>
            <pc:docMk/>
            <pc:sldMk cId="886349103" sldId="330"/>
            <ac:spMk id="4" creationId="{D56A4257-3942-D1F7-CACC-0EBB00D1E5FD}"/>
          </ac:spMkLst>
        </pc:spChg>
      </pc:sldChg>
      <pc:sldChg chg="delSp modSp new mod">
        <pc:chgData name="SAI GAYATHRI REDDY BHIMIREDDY" userId="db39b55f2a5aaf98" providerId="LiveId" clId="{441D6CDD-3608-4D65-AD01-57D2E1282889}" dt="2022-08-26T13:31:29.972" v="2681" actId="113"/>
        <pc:sldMkLst>
          <pc:docMk/>
          <pc:sldMk cId="3194083178" sldId="331"/>
        </pc:sldMkLst>
        <pc:spChg chg="del">
          <ac:chgData name="SAI GAYATHRI REDDY BHIMIREDDY" userId="db39b55f2a5aaf98" providerId="LiveId" clId="{441D6CDD-3608-4D65-AD01-57D2E1282889}" dt="2022-08-26T04:36:03.366" v="1669" actId="478"/>
          <ac:spMkLst>
            <pc:docMk/>
            <pc:sldMk cId="3194083178" sldId="331"/>
            <ac:spMk id="2" creationId="{31AF005E-AE40-0767-BB60-C17D42636081}"/>
          </ac:spMkLst>
        </pc:spChg>
        <pc:spChg chg="mod">
          <ac:chgData name="SAI GAYATHRI REDDY BHIMIREDDY" userId="db39b55f2a5aaf98" providerId="LiveId" clId="{441D6CDD-3608-4D65-AD01-57D2E1282889}" dt="2022-08-26T13:31:29.972" v="2681" actId="113"/>
          <ac:spMkLst>
            <pc:docMk/>
            <pc:sldMk cId="3194083178" sldId="331"/>
            <ac:spMk id="3" creationId="{2211BF2E-B37E-E867-DA73-3BA435FBE7BD}"/>
          </ac:spMkLst>
        </pc:spChg>
        <pc:spChg chg="del">
          <ac:chgData name="SAI GAYATHRI REDDY BHIMIREDDY" userId="db39b55f2a5aaf98" providerId="LiveId" clId="{441D6CDD-3608-4D65-AD01-57D2E1282889}" dt="2022-08-26T04:39:40.515" v="1804" actId="478"/>
          <ac:spMkLst>
            <pc:docMk/>
            <pc:sldMk cId="3194083178" sldId="331"/>
            <ac:spMk id="4" creationId="{69050799-2360-435B-AEC5-EA242E5AD032}"/>
          </ac:spMkLst>
        </pc:spChg>
      </pc:sldChg>
      <pc:sldChg chg="delSp modSp new mod">
        <pc:chgData name="SAI GAYATHRI REDDY BHIMIREDDY" userId="db39b55f2a5aaf98" providerId="LiveId" clId="{441D6CDD-3608-4D65-AD01-57D2E1282889}" dt="2022-08-26T13:30:41.844" v="2675" actId="113"/>
        <pc:sldMkLst>
          <pc:docMk/>
          <pc:sldMk cId="825719099" sldId="332"/>
        </pc:sldMkLst>
        <pc:spChg chg="del">
          <ac:chgData name="SAI GAYATHRI REDDY BHIMIREDDY" userId="db39b55f2a5aaf98" providerId="LiveId" clId="{441D6CDD-3608-4D65-AD01-57D2E1282889}" dt="2022-08-26T05:43:16.676" v="1822" actId="478"/>
          <ac:spMkLst>
            <pc:docMk/>
            <pc:sldMk cId="825719099" sldId="332"/>
            <ac:spMk id="2" creationId="{4EDD2A1B-FD34-BAE3-BFD5-41D09BF2D050}"/>
          </ac:spMkLst>
        </pc:spChg>
        <pc:spChg chg="mod">
          <ac:chgData name="SAI GAYATHRI REDDY BHIMIREDDY" userId="db39b55f2a5aaf98" providerId="LiveId" clId="{441D6CDD-3608-4D65-AD01-57D2E1282889}" dt="2022-08-26T13:30:41.844" v="2675" actId="113"/>
          <ac:spMkLst>
            <pc:docMk/>
            <pc:sldMk cId="825719099" sldId="332"/>
            <ac:spMk id="3" creationId="{6604DF7F-0390-F8F8-DD14-409898A08666}"/>
          </ac:spMkLst>
        </pc:spChg>
      </pc:sldChg>
      <pc:sldChg chg="addSp delSp modSp new mod">
        <pc:chgData name="SAI GAYATHRI REDDY BHIMIREDDY" userId="db39b55f2a5aaf98" providerId="LiveId" clId="{441D6CDD-3608-4D65-AD01-57D2E1282889}" dt="2022-08-26T08:12:25.037" v="2370" actId="1076"/>
        <pc:sldMkLst>
          <pc:docMk/>
          <pc:sldMk cId="3603559314" sldId="333"/>
        </pc:sldMkLst>
        <pc:spChg chg="del mod">
          <ac:chgData name="SAI GAYATHRI REDDY BHIMIREDDY" userId="db39b55f2a5aaf98" providerId="LiveId" clId="{441D6CDD-3608-4D65-AD01-57D2E1282889}" dt="2022-08-26T08:03:21.182" v="2294" actId="478"/>
          <ac:spMkLst>
            <pc:docMk/>
            <pc:sldMk cId="3603559314" sldId="333"/>
            <ac:spMk id="2" creationId="{37C293BC-2E8C-CCD5-807C-3A195D0348AB}"/>
          </ac:spMkLst>
        </pc:spChg>
        <pc:spChg chg="mod">
          <ac:chgData name="SAI GAYATHRI REDDY BHIMIREDDY" userId="db39b55f2a5aaf98" providerId="LiveId" clId="{441D6CDD-3608-4D65-AD01-57D2E1282889}" dt="2022-08-26T08:12:25.037" v="2370" actId="1076"/>
          <ac:spMkLst>
            <pc:docMk/>
            <pc:sldMk cId="3603559314" sldId="333"/>
            <ac:spMk id="5" creationId="{5362FE24-2E4A-8C01-3729-814123D4B199}"/>
          </ac:spMkLst>
        </pc:spChg>
        <pc:spChg chg="mod">
          <ac:chgData name="SAI GAYATHRI REDDY BHIMIREDDY" userId="db39b55f2a5aaf98" providerId="LiveId" clId="{441D6CDD-3608-4D65-AD01-57D2E1282889}" dt="2022-08-26T07:59:37.710" v="2052" actId="20577"/>
          <ac:spMkLst>
            <pc:docMk/>
            <pc:sldMk cId="3603559314" sldId="333"/>
            <ac:spMk id="6" creationId="{9A40DFB1-5B66-003A-93DE-45C8489B1DE3}"/>
          </ac:spMkLst>
        </pc:spChg>
        <pc:spChg chg="add del mod">
          <ac:chgData name="SAI GAYATHRI REDDY BHIMIREDDY" userId="db39b55f2a5aaf98" providerId="LiveId" clId="{441D6CDD-3608-4D65-AD01-57D2E1282889}" dt="2022-08-26T08:03:26.607" v="2295" actId="478"/>
          <ac:spMkLst>
            <pc:docMk/>
            <pc:sldMk cId="3603559314" sldId="333"/>
            <ac:spMk id="8" creationId="{762184AC-C943-C6CC-9FFE-7C68B19BA05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8/26/2022</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8/26/2022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270232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026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5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17870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196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223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104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03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908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82466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9" r:id="rId3"/>
    <p:sldLayoutId id="2147483651" r:id="rId4"/>
    <p:sldLayoutId id="2147483650" r:id="rId5"/>
    <p:sldLayoutId id="2147483663" r:id="rId6"/>
    <p:sldLayoutId id="2147483665" r:id="rId7"/>
    <p:sldLayoutId id="2147483660" r:id="rId8"/>
    <p:sldLayoutId id="2147483661" r:id="rId9"/>
    <p:sldLayoutId id="2147483662" r:id="rId10"/>
    <p:sldLayoutId id="2147483666" r:id="rId11"/>
    <p:sldLayoutId id="2147483653" r:id="rId12"/>
    <p:sldLayoutId id="2147483664" r:id="rId13"/>
    <p:sldLayoutId id="2147483667"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 Id="rId4" Type="http://schemas.openxmlformats.org/officeDocument/2006/relationships/image" Target="../media/image19.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a:xfrm>
            <a:off x="3637255" y="2359062"/>
            <a:ext cx="5298490" cy="1875585"/>
          </a:xfrm>
        </p:spPr>
        <p:txBody>
          <a:bodyPr/>
          <a:lstStyle/>
          <a:p>
            <a:r>
              <a:rPr lang="en-US" sz="3200" dirty="0"/>
              <a:t>HANDWRITING ANALYSIS USING GRAPHOLOGY AND MACHINE LEARNING</a:t>
            </a: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a:xfrm>
            <a:off x="4596384" y="1442089"/>
            <a:ext cx="2999232" cy="438912"/>
          </a:xfrm>
        </p:spPr>
        <p:txBody>
          <a:bodyPr>
            <a:noAutofit/>
          </a:bodyPr>
          <a:lstStyle/>
          <a:p>
            <a:r>
              <a:rPr lang="en-US" dirty="0"/>
              <a:t>FINAL YEAR PROJECT 2022-23</a:t>
            </a:r>
          </a:p>
        </p:txBody>
      </p:sp>
      <p:sp>
        <p:nvSpPr>
          <p:cNvPr id="4" name="TextBox 3">
            <a:extLst>
              <a:ext uri="{FF2B5EF4-FFF2-40B4-BE49-F238E27FC236}">
                <a16:creationId xmlns:a16="http://schemas.microsoft.com/office/drawing/2014/main" id="{AC5444E2-17CD-4BA8-23B5-075E0E6B095D}"/>
              </a:ext>
            </a:extLst>
          </p:cNvPr>
          <p:cNvSpPr txBox="1"/>
          <p:nvPr/>
        </p:nvSpPr>
        <p:spPr>
          <a:xfrm>
            <a:off x="4483223" y="4447713"/>
            <a:ext cx="3784477" cy="1200329"/>
          </a:xfrm>
          <a:prstGeom prst="rect">
            <a:avLst/>
          </a:prstGeom>
          <a:noFill/>
        </p:spPr>
        <p:txBody>
          <a:bodyPr wrap="square" rtlCol="0">
            <a:spAutoFit/>
          </a:bodyPr>
          <a:lstStyle/>
          <a:p>
            <a:r>
              <a:rPr lang="en-IN" sz="2400" dirty="0"/>
              <a:t>Guide : Ms. P. </a:t>
            </a:r>
            <a:r>
              <a:rPr lang="en-IN" sz="2400" dirty="0" err="1"/>
              <a:t>Malathi</a:t>
            </a:r>
            <a:endParaRPr lang="en-IN" sz="2400" dirty="0"/>
          </a:p>
          <a:p>
            <a:r>
              <a:rPr lang="en-IN" sz="2400" dirty="0"/>
              <a:t>Designation : </a:t>
            </a:r>
            <a:r>
              <a:rPr lang="en-IN" sz="2400" dirty="0" err="1"/>
              <a:t>Asst.Proffesor</a:t>
            </a:r>
            <a:r>
              <a:rPr lang="en-IN" sz="2400" dirty="0"/>
              <a:t> (CSE)</a:t>
            </a:r>
          </a:p>
        </p:txBody>
      </p:sp>
    </p:spTree>
    <p:extLst>
      <p:ext uri="{BB962C8B-B14F-4D97-AF65-F5344CB8AC3E}">
        <p14:creationId xmlns:p14="http://schemas.microsoft.com/office/powerpoint/2010/main" val="31771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p:txBody>
          <a:bodyPr>
            <a:normAutofit/>
          </a:bodyPr>
          <a:lstStyle/>
          <a:p>
            <a:r>
              <a:rPr lang="en-US" dirty="0">
                <a:solidFill>
                  <a:schemeClr val="accent3"/>
                </a:solidFill>
                <a:latin typeface="Baskerville Old Face" panose="02020602080505020303" pitchFamily="18" charset="77"/>
                <a:cs typeface="Calibri Light"/>
              </a:rPr>
              <a:t>Agenda</a:t>
            </a:r>
            <a:endParaRPr lang="en-US" dirty="0">
              <a:solidFill>
                <a:schemeClr val="accent3"/>
              </a:solidFill>
              <a:latin typeface="Baskerville Old Face" panose="02020602080505020303" pitchFamily="18" charset="77"/>
            </a:endParaRPr>
          </a:p>
        </p:txBody>
      </p:sp>
      <p:sp>
        <p:nvSpPr>
          <p:cNvPr id="4" name="Text Placeholder 3">
            <a:extLst>
              <a:ext uri="{FF2B5EF4-FFF2-40B4-BE49-F238E27FC236}">
                <a16:creationId xmlns:a16="http://schemas.microsoft.com/office/drawing/2014/main" id="{7090AC0D-F624-B281-1AB5-687E5F6B3291}"/>
              </a:ext>
            </a:extLst>
          </p:cNvPr>
          <p:cNvSpPr>
            <a:spLocks noGrp="1"/>
          </p:cNvSpPr>
          <p:nvPr>
            <p:ph type="body" sz="quarter" idx="13"/>
          </p:nvPr>
        </p:nvSpPr>
        <p:spPr/>
        <p:txBody>
          <a:bodyPr/>
          <a:lstStyle/>
          <a:p>
            <a:r>
              <a:rPr lang="en-US" dirty="0"/>
              <a:t>A</a:t>
            </a:r>
          </a:p>
        </p:txBody>
      </p:sp>
      <p:pic>
        <p:nvPicPr>
          <p:cNvPr id="10" name="Picture 9" descr="Floral leaf accent">
            <a:extLst>
              <a:ext uri="{FF2B5EF4-FFF2-40B4-BE49-F238E27FC236}">
                <a16:creationId xmlns:a16="http://schemas.microsoft.com/office/drawing/2014/main" id="{08A3395B-5659-47E4-8F54-71340961F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1633" flipH="1">
            <a:off x="1654192" y="3058939"/>
            <a:ext cx="1243661" cy="790090"/>
          </a:xfrm>
          <a:prstGeom prst="rect">
            <a:avLst/>
          </a:prstGeom>
        </p:spPr>
      </p:pic>
      <p:pic>
        <p:nvPicPr>
          <p:cNvPr id="1929" name="Picture 1928" descr="Floral leaf accent">
            <a:extLst>
              <a:ext uri="{FF2B5EF4-FFF2-40B4-BE49-F238E27FC236}">
                <a16:creationId xmlns:a16="http://schemas.microsoft.com/office/drawing/2014/main" id="{CF8E7A1B-4724-55CB-6FAD-D8E756293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7260" y="2342954"/>
            <a:ext cx="1791038" cy="2033695"/>
          </a:xfrm>
          <a:prstGeom prst="rect">
            <a:avLst/>
          </a:prstGeom>
        </p:spPr>
      </p:pic>
      <p:sp>
        <p:nvSpPr>
          <p:cNvPr id="3" name="Content Placeholder 2">
            <a:extLst>
              <a:ext uri="{FF2B5EF4-FFF2-40B4-BE49-F238E27FC236}">
                <a16:creationId xmlns:a16="http://schemas.microsoft.com/office/drawing/2014/main" id="{22788C46-D0BC-4307-AE55-7601A139E7CB}"/>
              </a:ext>
            </a:extLst>
          </p:cNvPr>
          <p:cNvSpPr>
            <a:spLocks noGrp="1"/>
          </p:cNvSpPr>
          <p:nvPr>
            <p:ph sz="quarter" idx="4"/>
          </p:nvPr>
        </p:nvSpPr>
        <p:spPr/>
        <p:txBody>
          <a:bodyPr vert="horz" lIns="91440" tIns="45720" rIns="91440" bIns="45720" rtlCol="0" anchor="t">
            <a:normAutofit/>
          </a:bodyPr>
          <a:lstStyle/>
          <a:p>
            <a:r>
              <a:rPr lang="en-US" dirty="0">
                <a:solidFill>
                  <a:schemeClr val="accent3"/>
                </a:solidFill>
                <a:latin typeface="Gill Sans Nova Light" panose="020B0302020104020203" pitchFamily="34" charset="0"/>
                <a:cs typeface="Calibri"/>
              </a:rPr>
              <a:t>AIM</a:t>
            </a:r>
          </a:p>
          <a:p>
            <a:r>
              <a:rPr lang="en-US" dirty="0">
                <a:solidFill>
                  <a:schemeClr val="accent3"/>
                </a:solidFill>
                <a:latin typeface="Gill Sans Nova Light" panose="020B0302020104020203" pitchFamily="34" charset="0"/>
                <a:cs typeface="Calibri"/>
              </a:rPr>
              <a:t>ABSTRACT</a:t>
            </a:r>
          </a:p>
          <a:p>
            <a:r>
              <a:rPr lang="en-US" dirty="0">
                <a:latin typeface="Gill Sans Nova Light" panose="020B0302020104020203" pitchFamily="34" charset="0"/>
                <a:cs typeface="Calibri"/>
              </a:rPr>
              <a:t>MODULES</a:t>
            </a:r>
          </a:p>
          <a:p>
            <a:r>
              <a:rPr lang="en-US" dirty="0">
                <a:solidFill>
                  <a:schemeClr val="accent3"/>
                </a:solidFill>
                <a:latin typeface="Gill Sans Nova Light" panose="020B0302020104020203" pitchFamily="34" charset="0"/>
                <a:cs typeface="Calibri"/>
              </a:rPr>
              <a:t>NEED</a:t>
            </a:r>
          </a:p>
          <a:p>
            <a:r>
              <a:rPr lang="en-US" dirty="0">
                <a:solidFill>
                  <a:schemeClr val="accent3"/>
                </a:solidFill>
                <a:latin typeface="Gill Sans Nova Light" panose="020B0302020104020203" pitchFamily="34" charset="0"/>
                <a:cs typeface="Calibri"/>
              </a:rPr>
              <a:t>LITERATURE SURVEY</a:t>
            </a:r>
          </a:p>
        </p:txBody>
      </p:sp>
      <p:sp>
        <p:nvSpPr>
          <p:cNvPr id="6" name="Slide Number Placeholder 5">
            <a:extLst>
              <a:ext uri="{FF2B5EF4-FFF2-40B4-BE49-F238E27FC236}">
                <a16:creationId xmlns:a16="http://schemas.microsoft.com/office/drawing/2014/main" id="{662884A3-BD82-0FC6-A582-54DD17DBCB4A}"/>
              </a:ext>
            </a:extLst>
          </p:cNvPr>
          <p:cNvSpPr>
            <a:spLocks noGrp="1"/>
          </p:cNvSpPr>
          <p:nvPr>
            <p:ph type="sldNum" sz="quarter" idx="12"/>
          </p:nvPr>
        </p:nvSpPr>
        <p:spPr/>
        <p:txBody>
          <a:bodyPr/>
          <a:lstStyle/>
          <a:p>
            <a:fld id="{294A09A9-5501-47C1-A89A-A340965A2BE2}" type="slidenum">
              <a:rPr lang="en-US" smtClean="0"/>
              <a:t>2</a:t>
            </a:fld>
            <a:endParaRPr lang="en-US" dirty="0"/>
          </a:p>
        </p:txBody>
      </p:sp>
    </p:spTree>
    <p:extLst>
      <p:ext uri="{BB962C8B-B14F-4D97-AF65-F5344CB8AC3E}">
        <p14:creationId xmlns:p14="http://schemas.microsoft.com/office/powerpoint/2010/main" val="185952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25568E6F-35EB-7CFB-B9D2-62DBB08E723D}"/>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DF99455C-68BA-828A-693F-77D1E1651C90}"/>
              </a:ext>
            </a:extLst>
          </p:cNvPr>
          <p:cNvSpPr>
            <a:spLocks noGrp="1"/>
          </p:cNvSpPr>
          <p:nvPr>
            <p:ph type="sldNum" sz="quarter" idx="12"/>
          </p:nvPr>
        </p:nvSpPr>
        <p:spPr/>
        <p:txBody>
          <a:bodyPr/>
          <a:lstStyle/>
          <a:p>
            <a:fld id="{294A09A9-5501-47C1-A89A-A340965A2BE2}" type="slidenum">
              <a:rPr lang="en-US" smtClean="0"/>
              <a:t>3</a:t>
            </a:fld>
            <a:endParaRPr lang="en-US" dirty="0"/>
          </a:p>
        </p:txBody>
      </p:sp>
      <p:sp>
        <p:nvSpPr>
          <p:cNvPr id="5" name="Content Placeholder 4">
            <a:extLst>
              <a:ext uri="{FF2B5EF4-FFF2-40B4-BE49-F238E27FC236}">
                <a16:creationId xmlns:a16="http://schemas.microsoft.com/office/drawing/2014/main" id="{5362FE24-2E4A-8C01-3729-814123D4B199}"/>
              </a:ext>
            </a:extLst>
          </p:cNvPr>
          <p:cNvSpPr>
            <a:spLocks noGrp="1"/>
          </p:cNvSpPr>
          <p:nvPr>
            <p:ph sz="quarter" idx="4"/>
          </p:nvPr>
        </p:nvSpPr>
        <p:spPr>
          <a:xfrm>
            <a:off x="7518055" y="1129239"/>
            <a:ext cx="3749040" cy="4306824"/>
          </a:xfrm>
        </p:spPr>
        <p:txBody>
          <a:bodyPr>
            <a:normAutofit/>
          </a:bodyPr>
          <a:lstStyle/>
          <a:p>
            <a:pPr>
              <a:lnSpc>
                <a:spcPct val="100000"/>
              </a:lnSpc>
            </a:pPr>
            <a:r>
              <a:rPr lang="en-IN" sz="2000" b="1" dirty="0"/>
              <a:t>OUR GUIDE :</a:t>
            </a:r>
          </a:p>
          <a:p>
            <a:pPr>
              <a:lnSpc>
                <a:spcPct val="100000"/>
              </a:lnSpc>
            </a:pPr>
            <a:r>
              <a:rPr lang="en-IN" sz="2000" dirty="0">
                <a:latin typeface="Times New Roman" panose="02020603050405020304" pitchFamily="18" charset="0"/>
                <a:cs typeface="Times New Roman" panose="02020603050405020304" pitchFamily="18" charset="0"/>
              </a:rPr>
              <a:t>Ms. </a:t>
            </a:r>
            <a:r>
              <a:rPr lang="en-IN" sz="2000" dirty="0" err="1">
                <a:latin typeface="Times New Roman" panose="02020603050405020304" pitchFamily="18" charset="0"/>
                <a:cs typeface="Times New Roman" panose="02020603050405020304" pitchFamily="18" charset="0"/>
              </a:rPr>
              <a:t>Malathi</a:t>
            </a:r>
            <a:r>
              <a:rPr lang="en-IN" sz="2000" dirty="0">
                <a:latin typeface="Times New Roman" panose="02020603050405020304" pitchFamily="18" charset="0"/>
                <a:cs typeface="Times New Roman" panose="02020603050405020304" pitchFamily="18" charset="0"/>
              </a:rPr>
              <a:t> P </a:t>
            </a:r>
          </a:p>
          <a:p>
            <a:pPr>
              <a:lnSpc>
                <a:spcPct val="100000"/>
              </a:lnSpc>
            </a:pPr>
            <a:r>
              <a:rPr lang="en-IN" sz="2000" dirty="0">
                <a:latin typeface="Times New Roman" panose="02020603050405020304" pitchFamily="18" charset="0"/>
                <a:cs typeface="Times New Roman" panose="02020603050405020304" pitchFamily="18" charset="0"/>
              </a:rPr>
              <a:t>Assistant Professor(</a:t>
            </a:r>
            <a:r>
              <a:rPr lang="en-IN" sz="2000" dirty="0" err="1">
                <a:latin typeface="Times New Roman" panose="02020603050405020304" pitchFamily="18" charset="0"/>
                <a:cs typeface="Times New Roman" panose="02020603050405020304" pitchFamily="18" charset="0"/>
              </a:rPr>
              <a:t>Sr.Gr</a:t>
            </a:r>
            <a:r>
              <a:rPr lang="en-IN" sz="2000" dirty="0">
                <a:latin typeface="Times New Roman" panose="02020603050405020304" pitchFamily="18" charset="0"/>
                <a:cs typeface="Times New Roman" panose="02020603050405020304" pitchFamily="18" charset="0"/>
              </a:rPr>
              <a:t>)</a:t>
            </a:r>
          </a:p>
          <a:p>
            <a:pPr>
              <a:lnSpc>
                <a:spcPct val="100000"/>
              </a:lnSpc>
            </a:pPr>
            <a:r>
              <a:rPr lang="en-IN" sz="2000" b="1" dirty="0">
                <a:latin typeface="Times New Roman" panose="02020603050405020304" pitchFamily="18" charset="0"/>
                <a:cs typeface="Times New Roman" panose="02020603050405020304" pitchFamily="18" charset="0"/>
              </a:rPr>
              <a:t>TEAM :</a:t>
            </a:r>
          </a:p>
          <a:p>
            <a:r>
              <a:rPr lang="en-IN" sz="2000" dirty="0">
                <a:latin typeface="Times New Roman" panose="02020603050405020304" pitchFamily="18" charset="0"/>
                <a:cs typeface="Times New Roman" panose="02020603050405020304" pitchFamily="18" charset="0"/>
              </a:rPr>
              <a:t>Sai Gayathri Reddy – CSE19012</a:t>
            </a:r>
          </a:p>
          <a:p>
            <a:r>
              <a:rPr lang="en-IN" sz="2000" dirty="0" err="1">
                <a:latin typeface="Times New Roman" panose="02020603050405020304" pitchFamily="18" charset="0"/>
                <a:cs typeface="Times New Roman" panose="02020603050405020304" pitchFamily="18" charset="0"/>
              </a:rPr>
              <a:t>E.Sahitya</a:t>
            </a:r>
            <a:r>
              <a:rPr lang="en-IN" sz="2000" dirty="0">
                <a:latin typeface="Times New Roman" panose="02020603050405020304" pitchFamily="18" charset="0"/>
                <a:cs typeface="Times New Roman" panose="02020603050405020304" pitchFamily="18" charset="0"/>
              </a:rPr>
              <a:t> – CSE19015</a:t>
            </a:r>
          </a:p>
          <a:p>
            <a:r>
              <a:rPr lang="en-IN" sz="2000" dirty="0" err="1">
                <a:latin typeface="Times New Roman" panose="02020603050405020304" pitchFamily="18" charset="0"/>
                <a:cs typeface="Times New Roman" panose="02020603050405020304" pitchFamily="18" charset="0"/>
              </a:rPr>
              <a:t>G.L.Sreshta</a:t>
            </a:r>
            <a:r>
              <a:rPr lang="en-IN" sz="2000" dirty="0">
                <a:latin typeface="Times New Roman" panose="02020603050405020304" pitchFamily="18" charset="0"/>
                <a:cs typeface="Times New Roman" panose="02020603050405020304" pitchFamily="18" charset="0"/>
              </a:rPr>
              <a:t> – CSE19019</a:t>
            </a:r>
          </a:p>
          <a:p>
            <a:r>
              <a:rPr lang="en-IN" sz="2000" dirty="0" err="1">
                <a:latin typeface="Times New Roman" panose="02020603050405020304" pitchFamily="18" charset="0"/>
                <a:cs typeface="Times New Roman" panose="02020603050405020304" pitchFamily="18" charset="0"/>
              </a:rPr>
              <a:t>J.Sai</a:t>
            </a:r>
            <a:r>
              <a:rPr lang="en-IN" sz="2000" dirty="0">
                <a:latin typeface="Times New Roman" panose="02020603050405020304" pitchFamily="18" charset="0"/>
                <a:cs typeface="Times New Roman" panose="02020603050405020304" pitchFamily="18" charset="0"/>
              </a:rPr>
              <a:t> Rupa – CSE19623</a:t>
            </a:r>
          </a:p>
        </p:txBody>
      </p:sp>
      <p:sp>
        <p:nvSpPr>
          <p:cNvPr id="6" name="Text Placeholder 5">
            <a:extLst>
              <a:ext uri="{FF2B5EF4-FFF2-40B4-BE49-F238E27FC236}">
                <a16:creationId xmlns:a16="http://schemas.microsoft.com/office/drawing/2014/main" id="{9A40DFB1-5B66-003A-93DE-45C8489B1DE3}"/>
              </a:ext>
            </a:extLst>
          </p:cNvPr>
          <p:cNvSpPr>
            <a:spLocks noGrp="1"/>
          </p:cNvSpPr>
          <p:nvPr>
            <p:ph type="body" sz="quarter" idx="13"/>
          </p:nvPr>
        </p:nvSpPr>
        <p:spPr/>
        <p:txBody>
          <a:bodyPr/>
          <a:lstStyle/>
          <a:p>
            <a:r>
              <a:rPr lang="en-IN" dirty="0"/>
              <a:t>T</a:t>
            </a:r>
          </a:p>
        </p:txBody>
      </p:sp>
    </p:spTree>
    <p:extLst>
      <p:ext uri="{BB962C8B-B14F-4D97-AF65-F5344CB8AC3E}">
        <p14:creationId xmlns:p14="http://schemas.microsoft.com/office/powerpoint/2010/main" val="3603559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a:xfrm>
            <a:off x="1748028" y="2015230"/>
            <a:ext cx="8695944" cy="310719"/>
          </a:xfrm>
        </p:spPr>
        <p:txBody>
          <a:bodyPr>
            <a:normAutofit fontScale="90000"/>
          </a:bodyPr>
          <a:lstStyle/>
          <a:p>
            <a:r>
              <a:rPr lang="en-US" dirty="0"/>
              <a:t>AIM</a:t>
            </a:r>
            <a:br>
              <a:rPr lang="en-US" dirty="0"/>
            </a:br>
            <a:endParaRPr lang="en-US" dirty="0"/>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a:xfrm>
            <a:off x="2223516" y="2651760"/>
            <a:ext cx="7744968" cy="1822586"/>
          </a:xfrm>
        </p:spPr>
        <p:txBody>
          <a:bodyPr>
            <a:normAutofit/>
          </a:bodyPr>
          <a:lstStyle/>
          <a:p>
            <a:r>
              <a:rPr lang="en-US" dirty="0">
                <a:latin typeface="Times New Roman" panose="02020603050405020304" pitchFamily="18" charset="0"/>
                <a:cs typeface="Times New Roman" panose="02020603050405020304" pitchFamily="18" charset="0"/>
              </a:rPr>
              <a:t>This project aims to distinguish between different people’s personality through handwriting analysis. This software will be inputting an image of the handwriting of a person and then will tell what their personality is like. To achieve this, the algorithm used will be Conventional Neural Network Algorithm (</a:t>
            </a:r>
            <a:r>
              <a:rPr lang="en-US" dirty="0" err="1">
                <a:latin typeface="Times New Roman" panose="02020603050405020304" pitchFamily="18" charset="0"/>
                <a:cs typeface="Times New Roman" panose="02020603050405020304" pitchFamily="18" charset="0"/>
              </a:rPr>
              <a:t>ConvNet</a:t>
            </a:r>
            <a:r>
              <a:rPr lang="en-US" dirty="0">
                <a:latin typeface="Times New Roman" panose="02020603050405020304" pitchFamily="18" charset="0"/>
                <a:cs typeface="Times New Roman" panose="02020603050405020304" pitchFamily="18" charset="0"/>
              </a:rPr>
              <a:t>/CNN).</a:t>
            </a:r>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17329994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2E2B0-98D1-F6D8-CE53-4C6239F66FF4}"/>
              </a:ext>
            </a:extLst>
          </p:cNvPr>
          <p:cNvSpPr>
            <a:spLocks noGrp="1"/>
          </p:cNvSpPr>
          <p:nvPr>
            <p:ph type="title"/>
          </p:nvPr>
        </p:nvSpPr>
        <p:spPr>
          <a:xfrm>
            <a:off x="838200" y="380999"/>
            <a:ext cx="10515600" cy="1163716"/>
          </a:xfrm>
        </p:spPr>
        <p:txBody>
          <a:bodyPr/>
          <a:lstStyle/>
          <a:p>
            <a:r>
              <a:rPr lang="en-US" dirty="0"/>
              <a:t>ABSTRACT</a:t>
            </a:r>
            <a:endParaRPr lang="en-IN" dirty="0"/>
          </a:p>
        </p:txBody>
      </p:sp>
      <p:sp>
        <p:nvSpPr>
          <p:cNvPr id="3" name="Content Placeholder 2">
            <a:extLst>
              <a:ext uri="{FF2B5EF4-FFF2-40B4-BE49-F238E27FC236}">
                <a16:creationId xmlns:a16="http://schemas.microsoft.com/office/drawing/2014/main" id="{6E52B389-C300-931C-616C-F360F9249363}"/>
              </a:ext>
            </a:extLst>
          </p:cNvPr>
          <p:cNvSpPr>
            <a:spLocks noGrp="1"/>
          </p:cNvSpPr>
          <p:nvPr>
            <p:ph idx="1"/>
          </p:nvPr>
        </p:nvSpPr>
        <p:spPr/>
        <p:txBody>
          <a:bodyPr>
            <a:normAutofit lnSpcReduction="10000"/>
          </a:bodyPr>
          <a:lstStyle/>
          <a:p>
            <a:pPr marL="0" indent="0">
              <a:buNone/>
            </a:pPr>
            <a:r>
              <a:rPr lang="en-US" dirty="0">
                <a:latin typeface="Times New Roman" panose="02020603050405020304" pitchFamily="18" charset="0"/>
                <a:cs typeface="Times New Roman" panose="02020603050405020304" pitchFamily="18" charset="0"/>
              </a:rPr>
              <a:t>Among all the unique characteristics of a human being, handwriting carries the richest information to gain the insights into the physical, mental and emotional state of the writer. Graphology is the art of studying and analyzing handwriting, a scientific method used to determine a person’s personality by evaluating various features from the handwriting. The prime features of handwriting such as the page margins, the slant of the alphabets, the baseline etc. can tell a lot about the individual. To make this method more efficient and reliable, introduction of machines to perform the feature extraction and mapping to various personality traits can be done. This compliments the graphologists, and also increases the speed of analyzing handwritten samples. Various approaches can be used for this type of computer aided graphology. </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F4724C33-048D-38EF-39CF-354A19D3F4FA}"/>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3367245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F4D5B-3E14-1349-3E16-232AA74EEBAF}"/>
              </a:ext>
            </a:extLst>
          </p:cNvPr>
          <p:cNvSpPr>
            <a:spLocks noGrp="1"/>
          </p:cNvSpPr>
          <p:nvPr>
            <p:ph type="title"/>
          </p:nvPr>
        </p:nvSpPr>
        <p:spPr>
          <a:xfrm>
            <a:off x="839788" y="603682"/>
            <a:ext cx="10515600" cy="1087006"/>
          </a:xfrm>
        </p:spPr>
        <p:txBody>
          <a:bodyPr/>
          <a:lstStyle/>
          <a:p>
            <a:r>
              <a:rPr lang="en-US" dirty="0"/>
              <a:t>NEED </a:t>
            </a:r>
          </a:p>
        </p:txBody>
      </p:sp>
      <p:sp>
        <p:nvSpPr>
          <p:cNvPr id="8" name="Slide Number Placeholder 7">
            <a:extLst>
              <a:ext uri="{FF2B5EF4-FFF2-40B4-BE49-F238E27FC236}">
                <a16:creationId xmlns:a16="http://schemas.microsoft.com/office/drawing/2014/main" id="{7130094C-EC6A-E6F3-2E57-202E962AAC87}"/>
              </a:ext>
            </a:extLst>
          </p:cNvPr>
          <p:cNvSpPr>
            <a:spLocks noGrp="1"/>
          </p:cNvSpPr>
          <p:nvPr>
            <p:ph type="sldNum" sz="quarter" idx="12"/>
          </p:nvPr>
        </p:nvSpPr>
        <p:spPr/>
        <p:txBody>
          <a:bodyPr/>
          <a:lstStyle/>
          <a:p>
            <a:fld id="{294A09A9-5501-47C1-A89A-A340965A2BE2}" type="slidenum">
              <a:rPr lang="en-US" smtClean="0"/>
              <a:t>6</a:t>
            </a:fld>
            <a:endParaRPr lang="en-US" dirty="0"/>
          </a:p>
        </p:txBody>
      </p:sp>
      <p:sp>
        <p:nvSpPr>
          <p:cNvPr id="24" name="TextBox 23">
            <a:extLst>
              <a:ext uri="{FF2B5EF4-FFF2-40B4-BE49-F238E27FC236}">
                <a16:creationId xmlns:a16="http://schemas.microsoft.com/office/drawing/2014/main" id="{90BD447F-96C8-B456-9A47-C600281B6BB8}"/>
              </a:ext>
            </a:extLst>
          </p:cNvPr>
          <p:cNvSpPr txBox="1"/>
          <p:nvPr/>
        </p:nvSpPr>
        <p:spPr>
          <a:xfrm>
            <a:off x="2606705" y="2203816"/>
            <a:ext cx="7359589" cy="3416320"/>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Handwriting analysts also known as graphologists</a:t>
            </a:r>
          </a:p>
          <a:p>
            <a:r>
              <a:rPr lang="en-US" sz="2400" dirty="0">
                <a:latin typeface="Times New Roman" panose="02020603050405020304" pitchFamily="18" charset="0"/>
                <a:cs typeface="Times New Roman" panose="02020603050405020304" pitchFamily="18" charset="0"/>
              </a:rPr>
              <a:t>can examine an individual’s handwriting to predict the</a:t>
            </a:r>
          </a:p>
          <a:p>
            <a:r>
              <a:rPr lang="en-US" sz="2400" dirty="0">
                <a:latin typeface="Times New Roman" panose="02020603050405020304" pitchFamily="18" charset="0"/>
                <a:cs typeface="Times New Roman" panose="02020603050405020304" pitchFamily="18" charset="0"/>
              </a:rPr>
              <a:t>personality traits of the writer. Automated handwriting</a:t>
            </a:r>
          </a:p>
          <a:p>
            <a:r>
              <a:rPr lang="en-US" sz="2400" dirty="0">
                <a:latin typeface="Times New Roman" panose="02020603050405020304" pitchFamily="18" charset="0"/>
                <a:cs typeface="Times New Roman" panose="02020603050405020304" pitchFamily="18" charset="0"/>
              </a:rPr>
              <a:t>analysis can be used to examine personal traits of candidates</a:t>
            </a:r>
          </a:p>
          <a:p>
            <a:r>
              <a:rPr lang="en-US" sz="2400" dirty="0">
                <a:latin typeface="Times New Roman" panose="02020603050405020304" pitchFamily="18" charset="0"/>
                <a:cs typeface="Times New Roman" panose="02020603050405020304" pitchFamily="18" charset="0"/>
              </a:rPr>
              <a:t>accurately as the accuracy of an analyst highly depends on his skill set. Also hiring a graphologist to</a:t>
            </a:r>
          </a:p>
          <a:p>
            <a:r>
              <a:rPr lang="en-US" sz="2400" dirty="0">
                <a:latin typeface="Times New Roman" panose="02020603050405020304" pitchFamily="18" charset="0"/>
                <a:cs typeface="Times New Roman" panose="02020603050405020304" pitchFamily="18" charset="0"/>
              </a:rPr>
              <a:t>analyze hundreds of samples will be time consuming and not be feasible economically.</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812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90E5D-5D8E-9647-3E9F-3FAD9C3CEE12}"/>
              </a:ext>
            </a:extLst>
          </p:cNvPr>
          <p:cNvSpPr>
            <a:spLocks noGrp="1"/>
          </p:cNvSpPr>
          <p:nvPr>
            <p:ph type="title"/>
          </p:nvPr>
        </p:nvSpPr>
        <p:spPr>
          <a:xfrm>
            <a:off x="838200" y="549675"/>
            <a:ext cx="10515600" cy="666566"/>
          </a:xfrm>
        </p:spPr>
        <p:txBody>
          <a:bodyPr>
            <a:normAutofit fontScale="90000"/>
          </a:bodyPr>
          <a:lstStyle/>
          <a:p>
            <a:r>
              <a:rPr lang="en-IN" dirty="0"/>
              <a:t>LITERATURE SURVEY</a:t>
            </a:r>
          </a:p>
        </p:txBody>
      </p:sp>
      <p:sp>
        <p:nvSpPr>
          <p:cNvPr id="3" name="Content Placeholder 2">
            <a:extLst>
              <a:ext uri="{FF2B5EF4-FFF2-40B4-BE49-F238E27FC236}">
                <a16:creationId xmlns:a16="http://schemas.microsoft.com/office/drawing/2014/main" id="{6CD0C9ED-5CC3-1581-EC11-FE64268B8198}"/>
              </a:ext>
            </a:extLst>
          </p:cNvPr>
          <p:cNvSpPr>
            <a:spLocks noGrp="1"/>
          </p:cNvSpPr>
          <p:nvPr>
            <p:ph idx="1"/>
          </p:nvPr>
        </p:nvSpPr>
        <p:spPr>
          <a:xfrm>
            <a:off x="609600" y="1287262"/>
            <a:ext cx="10972800" cy="4884938"/>
          </a:xfrm>
        </p:spPr>
        <p:txBody>
          <a:bodyPr>
            <a:normAutofit fontScale="70000" lnSpcReduction="20000"/>
          </a:bodyPr>
          <a:lstStyle/>
          <a:p>
            <a:pPr marL="0" indent="0">
              <a:buNone/>
            </a:pPr>
            <a:r>
              <a:rPr lang="en-US" dirty="0"/>
              <a:t> </a:t>
            </a:r>
          </a:p>
          <a:p>
            <a:pPr marL="0" indent="0">
              <a:buNone/>
            </a:pPr>
            <a:r>
              <a:rPr lang="en-IN" b="1" dirty="0">
                <a:latin typeface="Times New Roman" panose="02020603050405020304" pitchFamily="18" charset="0"/>
                <a:cs typeface="Times New Roman" panose="02020603050405020304" pitchFamily="18" charset="0"/>
              </a:rPr>
              <a:t>COMPUTER AIDED GRAPHOLOGY by G. </a:t>
            </a:r>
            <a:r>
              <a:rPr lang="en-IN" b="1" dirty="0" err="1">
                <a:latin typeface="Times New Roman" panose="02020603050405020304" pitchFamily="18" charset="0"/>
                <a:cs typeface="Times New Roman" panose="02020603050405020304" pitchFamily="18" charset="0"/>
              </a:rPr>
              <a:t>Sheikholeslami</a:t>
            </a:r>
            <a:r>
              <a:rPr lang="en-IN" b="1" dirty="0">
                <a:latin typeface="Times New Roman" panose="02020603050405020304" pitchFamily="18" charset="0"/>
                <a:cs typeface="Times New Roman" panose="02020603050405020304" pitchFamily="18" charset="0"/>
              </a:rPr>
              <a:t>, S. N. Srihari, V. Govindaraju,1995 </a:t>
            </a:r>
            <a:r>
              <a:rPr lang="en-IN" dirty="0">
                <a:latin typeface="Times New Roman" panose="02020603050405020304" pitchFamily="18" charset="0"/>
                <a:cs typeface="Times New Roman" panose="02020603050405020304" pitchFamily="18" charset="0"/>
              </a:rPr>
              <a:t>.</a:t>
            </a:r>
          </a:p>
          <a:p>
            <a:pPr marL="0" indent="0">
              <a:buNone/>
            </a:pPr>
            <a:r>
              <a:rPr lang="en-US" dirty="0">
                <a:latin typeface="Times New Roman" panose="02020603050405020304" pitchFamily="18" charset="0"/>
                <a:cs typeface="Times New Roman" panose="02020603050405020304" pitchFamily="18" charset="0"/>
              </a:rPr>
              <a:t>Methodology Used : scanning,  preprocessing, feature  extraction,  analysis  and  finally,  trait  determination. </a:t>
            </a:r>
          </a:p>
          <a:p>
            <a:pPr marL="0" indent="0">
              <a:buNone/>
            </a:pPr>
            <a:r>
              <a:rPr lang="en-US" dirty="0">
                <a:latin typeface="Times New Roman" panose="02020603050405020304" pitchFamily="18" charset="0"/>
                <a:cs typeface="Times New Roman" panose="02020603050405020304" pitchFamily="18" charset="0"/>
              </a:rPr>
              <a:t>Pros :</a:t>
            </a:r>
          </a:p>
          <a:p>
            <a:r>
              <a:rPr lang="en-US" dirty="0">
                <a:latin typeface="Times New Roman" panose="02020603050405020304" pitchFamily="18" charset="0"/>
                <a:cs typeface="Times New Roman" panose="02020603050405020304" pitchFamily="18" charset="0"/>
              </a:rPr>
              <a:t>The features  like  margin,  baseline,  size  and  zones  have  been extracted  through  image  processing  and  an  approximate analysis of  the personality  trait has been  given. These  traits are  then  mapped  to  existing  theories  to  determine  a  final personality type and generate a report for the same.</a:t>
            </a:r>
          </a:p>
          <a:p>
            <a:r>
              <a:rPr lang="en-US" dirty="0">
                <a:latin typeface="Times New Roman" panose="02020603050405020304" pitchFamily="18" charset="0"/>
                <a:cs typeface="Times New Roman" panose="02020603050405020304" pitchFamily="18" charset="0"/>
              </a:rPr>
              <a:t>Gave a lot of Scope for further Improvement.</a:t>
            </a:r>
          </a:p>
          <a:p>
            <a:pPr marL="0" indent="0">
              <a:buNone/>
            </a:pPr>
            <a:r>
              <a:rPr lang="en-US" dirty="0">
                <a:latin typeface="Times New Roman" panose="02020603050405020304" pitchFamily="18" charset="0"/>
                <a:cs typeface="Times New Roman" panose="02020603050405020304" pitchFamily="18" charset="0"/>
              </a:rPr>
              <a:t>Cons : </a:t>
            </a:r>
          </a:p>
          <a:p>
            <a:r>
              <a:rPr lang="en-US" dirty="0">
                <a:latin typeface="Times New Roman" panose="02020603050405020304" pitchFamily="18" charset="0"/>
                <a:cs typeface="Times New Roman" panose="02020603050405020304" pitchFamily="18" charset="0"/>
              </a:rPr>
              <a:t>This paper restricts its scope to macro analysis of the  handwriting  sample.</a:t>
            </a:r>
          </a:p>
          <a:p>
            <a:r>
              <a:rPr lang="en-US" dirty="0">
                <a:latin typeface="Times New Roman" panose="02020603050405020304" pitchFamily="18" charset="0"/>
                <a:cs typeface="Times New Roman" panose="02020603050405020304" pitchFamily="18" charset="0"/>
              </a:rPr>
              <a:t>There  are  no  micro  features  like alphabet, loops etc. taken into consideration</a:t>
            </a:r>
          </a:p>
          <a:p>
            <a:r>
              <a:rPr lang="en-US" dirty="0">
                <a:latin typeface="Times New Roman" panose="02020603050405020304" pitchFamily="18" charset="0"/>
                <a:cs typeface="Times New Roman" panose="02020603050405020304" pitchFamily="18" charset="0"/>
              </a:rPr>
              <a:t>This paper  focuses only  at the  prime features  of  a  page  of  handwritten  sample  that  are  page margins, line spacing, line direction, slant and zone ratios.</a:t>
            </a:r>
          </a:p>
          <a:p>
            <a:pPr marL="0" indent="0">
              <a:buNone/>
            </a:pPr>
            <a:endParaRPr lang="en-US" dirty="0"/>
          </a:p>
          <a:p>
            <a:pPr marL="0" indent="0">
              <a:buNone/>
            </a:pPr>
            <a:endParaRPr lang="en-IN" dirty="0"/>
          </a:p>
        </p:txBody>
      </p:sp>
      <p:sp>
        <p:nvSpPr>
          <p:cNvPr id="5" name="Slide Number Placeholder 4">
            <a:extLst>
              <a:ext uri="{FF2B5EF4-FFF2-40B4-BE49-F238E27FC236}">
                <a16:creationId xmlns:a16="http://schemas.microsoft.com/office/drawing/2014/main" id="{D04CDC6D-36A8-9CC2-2ABD-C3CF4ECE59AA}"/>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692155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04DF7F-0390-F8F8-DD14-409898A08666}"/>
              </a:ext>
            </a:extLst>
          </p:cNvPr>
          <p:cNvSpPr>
            <a:spLocks noGrp="1"/>
          </p:cNvSpPr>
          <p:nvPr>
            <p:ph idx="1"/>
          </p:nvPr>
        </p:nvSpPr>
        <p:spPr>
          <a:xfrm>
            <a:off x="609600" y="514905"/>
            <a:ext cx="10972800" cy="5657295"/>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Automated human </a:t>
            </a:r>
            <a:r>
              <a:rPr lang="en-IN" sz="2400" b="1" dirty="0" err="1">
                <a:latin typeface="Times New Roman" panose="02020603050405020304" pitchFamily="18" charset="0"/>
                <a:cs typeface="Times New Roman" panose="02020603050405020304" pitchFamily="18" charset="0"/>
              </a:rPr>
              <a:t>behavior</a:t>
            </a:r>
            <a:r>
              <a:rPr lang="en-IN" sz="2400" b="1" dirty="0">
                <a:latin typeface="Times New Roman" panose="02020603050405020304" pitchFamily="18" charset="0"/>
                <a:cs typeface="Times New Roman" panose="02020603050405020304" pitchFamily="18" charset="0"/>
              </a:rPr>
              <a:t> prediction through handwriting analysis by </a:t>
            </a:r>
            <a:r>
              <a:rPr lang="en-IN" sz="2400" b="1" dirty="0" err="1">
                <a:latin typeface="Times New Roman" panose="02020603050405020304" pitchFamily="18" charset="0"/>
                <a:cs typeface="Times New Roman" panose="02020603050405020304" pitchFamily="18" charset="0"/>
              </a:rPr>
              <a:t>Champa</a:t>
            </a:r>
            <a:r>
              <a:rPr lang="en-IN" sz="2400" b="1" dirty="0">
                <a:latin typeface="Times New Roman" panose="02020603050405020304" pitchFamily="18" charset="0"/>
                <a:cs typeface="Times New Roman" panose="02020603050405020304" pitchFamily="18" charset="0"/>
              </a:rPr>
              <a:t>, H.N. and </a:t>
            </a:r>
            <a:r>
              <a:rPr lang="en-IN" sz="2400" b="1" dirty="0" err="1">
                <a:latin typeface="Times New Roman" panose="02020603050405020304" pitchFamily="18" charset="0"/>
                <a:cs typeface="Times New Roman" panose="02020603050405020304" pitchFamily="18" charset="0"/>
              </a:rPr>
              <a:t>Anandakumar</a:t>
            </a:r>
            <a:r>
              <a:rPr lang="en-IN" sz="2400" b="1" dirty="0">
                <a:latin typeface="Times New Roman" panose="02020603050405020304" pitchFamily="18" charset="0"/>
                <a:cs typeface="Times New Roman" panose="02020603050405020304" pitchFamily="18" charset="0"/>
              </a:rPr>
              <a:t>, K.R., 2010</a:t>
            </a:r>
          </a:p>
          <a:p>
            <a:pPr marL="0" indent="0">
              <a:buNone/>
            </a:pPr>
            <a:r>
              <a:rPr lang="en-IN" sz="2400" dirty="0">
                <a:latin typeface="Times New Roman" panose="02020603050405020304" pitchFamily="18" charset="0"/>
                <a:cs typeface="Times New Roman" panose="02020603050405020304" pitchFamily="18" charset="0"/>
              </a:rPr>
              <a:t>Methodology : </a:t>
            </a:r>
            <a:r>
              <a:rPr lang="en-US" sz="2400" b="0" i="0" dirty="0">
                <a:solidFill>
                  <a:srgbClr val="333333"/>
                </a:solidFill>
                <a:effectLst/>
                <a:latin typeface="Times New Roman" panose="02020603050405020304" pitchFamily="18" charset="0"/>
                <a:cs typeface="Times New Roman" panose="02020603050405020304" pitchFamily="18" charset="0"/>
              </a:rPr>
              <a:t>In this paper the baseline, the writing pressure , the height of the </a:t>
            </a:r>
            <a:r>
              <a:rPr lang="en-US" sz="2400" b="0" i="0" dirty="0" err="1">
                <a:solidFill>
                  <a:srgbClr val="333333"/>
                </a:solidFill>
                <a:effectLst/>
                <a:latin typeface="Times New Roman" panose="02020603050405020304" pitchFamily="18" charset="0"/>
                <a:cs typeface="Times New Roman" panose="02020603050405020304" pitchFamily="18" charset="0"/>
              </a:rPr>
              <a:t>t-bar</a:t>
            </a:r>
            <a:r>
              <a:rPr lang="en-US" sz="2400" b="0" i="0" dirty="0">
                <a:solidFill>
                  <a:srgbClr val="333333"/>
                </a:solidFill>
                <a:effectLst/>
                <a:latin typeface="Times New Roman" panose="02020603050405020304" pitchFamily="18" charset="0"/>
                <a:cs typeface="Times New Roman" panose="02020603050405020304" pitchFamily="18" charset="0"/>
              </a:rPr>
              <a:t> on the stem of the </a:t>
            </a:r>
            <a:r>
              <a:rPr lang="en-US" sz="2400" b="0" i="0" dirty="0" err="1">
                <a:solidFill>
                  <a:srgbClr val="333333"/>
                </a:solidFill>
                <a:effectLst/>
                <a:latin typeface="Times New Roman" panose="02020603050405020304" pitchFamily="18" charset="0"/>
                <a:cs typeface="Times New Roman" panose="02020603050405020304" pitchFamily="18" charset="0"/>
              </a:rPr>
              <a:t>letter‘t</a:t>
            </a:r>
            <a:r>
              <a:rPr lang="en-US" sz="2400" b="0" i="0" dirty="0">
                <a:solidFill>
                  <a:srgbClr val="333333"/>
                </a:solidFill>
                <a:effectLst/>
                <a:latin typeface="Times New Roman" panose="02020603050405020304" pitchFamily="18" charset="0"/>
                <a:cs typeface="Times New Roman" panose="02020603050405020304" pitchFamily="18" charset="0"/>
              </a:rPr>
              <a:t>’ , the lower loop of letter ‘y’ and the slant of the writing, are considered for predicting the personality of the writer.</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Pros : </a:t>
            </a:r>
          </a:p>
          <a:p>
            <a:r>
              <a:rPr lang="en-US" sz="2400" dirty="0">
                <a:solidFill>
                  <a:srgbClr val="333333"/>
                </a:solidFill>
                <a:latin typeface="Times New Roman" panose="02020603050405020304" pitchFamily="18" charset="0"/>
                <a:cs typeface="Times New Roman" panose="02020603050405020304" pitchFamily="18" charset="0"/>
              </a:rPr>
              <a:t>It focuses on developing tool for behavioral analysis which can predict the personality traits automatically with the aid of a computer without human intervention</a:t>
            </a:r>
            <a:r>
              <a:rPr lang="en-US" sz="2400" b="0" i="0" dirty="0">
                <a:solidFill>
                  <a:srgbClr val="333333"/>
                </a:solidFill>
                <a:effectLst/>
                <a:latin typeface="Times New Roman" panose="02020603050405020304" pitchFamily="18" charset="0"/>
                <a:cs typeface="Times New Roman" panose="02020603050405020304" pitchFamily="18" charset="0"/>
              </a:rPr>
              <a:t>. </a:t>
            </a:r>
          </a:p>
          <a:p>
            <a:pPr marL="0" indent="0">
              <a:buNone/>
            </a:pPr>
            <a:r>
              <a:rPr lang="en-IN" sz="2400" dirty="0">
                <a:latin typeface="Times New Roman" panose="02020603050405020304" pitchFamily="18" charset="0"/>
                <a:cs typeface="Times New Roman" panose="02020603050405020304" pitchFamily="18" charset="0"/>
              </a:rPr>
              <a:t>Cons :</a:t>
            </a:r>
          </a:p>
          <a:p>
            <a:r>
              <a:rPr lang="en-US" sz="2400" b="0" i="0" dirty="0">
                <a:solidFill>
                  <a:srgbClr val="333333"/>
                </a:solidFill>
                <a:effectLst/>
                <a:latin typeface="Times New Roman" panose="02020603050405020304" pitchFamily="18" charset="0"/>
                <a:cs typeface="Times New Roman" panose="02020603050405020304" pitchFamily="18" charset="0"/>
              </a:rPr>
              <a:t>can be to include more features of the handwriting like the size of the letters, the margins and others as inputs for personality trait determination.</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164DE08-30CC-6F1D-4DF7-958B1D1F1179}"/>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8FFB54E-DCF8-8E1D-C2BB-E98A64DF7C28}"/>
              </a:ext>
            </a:extLst>
          </p:cNvPr>
          <p:cNvSpPr>
            <a:spLocks noGrp="1"/>
          </p:cNvSpPr>
          <p:nvPr>
            <p:ph type="sldNum" sz="quarter" idx="11"/>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8257190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EA2341-BC97-5EE2-EDE4-8273644088B8}"/>
              </a:ext>
            </a:extLst>
          </p:cNvPr>
          <p:cNvSpPr>
            <a:spLocks noGrp="1"/>
          </p:cNvSpPr>
          <p:nvPr>
            <p:ph idx="1"/>
          </p:nvPr>
        </p:nvSpPr>
        <p:spPr>
          <a:xfrm>
            <a:off x="609600" y="568171"/>
            <a:ext cx="10972800" cy="5604029"/>
          </a:xfrm>
        </p:spPr>
        <p:txBody>
          <a:bodyPr>
            <a:normAutofit fontScale="77500" lnSpcReduction="20000"/>
          </a:bodyPr>
          <a:lstStyle/>
          <a:p>
            <a:pPr marL="0" indent="0">
              <a:buNone/>
            </a:pPr>
            <a:r>
              <a:rPr lang="en-US" b="1" dirty="0">
                <a:latin typeface="Times New Roman" panose="02020603050405020304" pitchFamily="18" charset="0"/>
                <a:cs typeface="Times New Roman" panose="02020603050405020304" pitchFamily="18" charset="0"/>
              </a:rPr>
              <a:t>Artificial neural network for human behavior prediction through handwriting analysis by </a:t>
            </a:r>
            <a:r>
              <a:rPr lang="en-US" b="1" dirty="0" err="1">
                <a:latin typeface="Times New Roman" panose="02020603050405020304" pitchFamily="18" charset="0"/>
                <a:cs typeface="Times New Roman" panose="02020603050405020304" pitchFamily="18" charset="0"/>
              </a:rPr>
              <a:t>Champa</a:t>
            </a:r>
            <a:r>
              <a:rPr lang="en-US" b="1" dirty="0">
                <a:latin typeface="Times New Roman" panose="02020603050405020304" pitchFamily="18" charset="0"/>
                <a:cs typeface="Times New Roman" panose="02020603050405020304" pitchFamily="18" charset="0"/>
              </a:rPr>
              <a:t> H N and Dr. K R Ananda Kumar volume 2. May 2010</a:t>
            </a:r>
          </a:p>
          <a:p>
            <a:pPr marL="0" indent="0">
              <a:buNone/>
            </a:pPr>
            <a:r>
              <a:rPr lang="en-US" dirty="0">
                <a:latin typeface="Times New Roman" panose="02020603050405020304" pitchFamily="18" charset="0"/>
                <a:cs typeface="Times New Roman" panose="02020603050405020304" pitchFamily="18" charset="0"/>
              </a:rPr>
              <a:t>to predict the  personality traits  of a  person by  analyzing the  baseline, pen  pressure  and the  letter .t  as  found  in  the  individual’s handwriting sample.</a:t>
            </a:r>
          </a:p>
          <a:p>
            <a:pPr marL="0" indent="0">
              <a:buNone/>
            </a:pPr>
            <a:r>
              <a:rPr lang="en-IN" dirty="0">
                <a:latin typeface="Times New Roman" panose="02020603050405020304" pitchFamily="18" charset="0"/>
                <a:cs typeface="Times New Roman" panose="02020603050405020304" pitchFamily="18" charset="0"/>
              </a:rPr>
              <a:t>Methodology: </a:t>
            </a:r>
            <a:r>
              <a:rPr lang="en-IN" dirty="0" err="1">
                <a:latin typeface="Times New Roman" panose="02020603050405020304" pitchFamily="18" charset="0"/>
                <a:cs typeface="Times New Roman" panose="02020603050405020304" pitchFamily="18" charset="0"/>
              </a:rPr>
              <a:t>Polygonalization</a:t>
            </a:r>
            <a:r>
              <a:rPr lang="en-IN" dirty="0">
                <a:latin typeface="Times New Roman" panose="02020603050405020304" pitchFamily="18" charset="0"/>
                <a:cs typeface="Times New Roman" panose="02020603050405020304" pitchFamily="18" charset="0"/>
              </a:rPr>
              <a:t>, Thresholding Algorithm, Template Matching, Artificial Neural Network.</a:t>
            </a:r>
          </a:p>
          <a:p>
            <a:pPr marL="0" indent="0">
              <a:buNone/>
            </a:pPr>
            <a:r>
              <a:rPr lang="en-IN" dirty="0">
                <a:latin typeface="Times New Roman" panose="02020603050405020304" pitchFamily="18" charset="0"/>
                <a:cs typeface="Times New Roman" panose="02020603050405020304" pitchFamily="18" charset="0"/>
              </a:rPr>
              <a:t>Pros :</a:t>
            </a:r>
          </a:p>
          <a:p>
            <a:r>
              <a:rPr lang="en-US" dirty="0">
                <a:latin typeface="Times New Roman" panose="02020603050405020304" pitchFamily="18" charset="0"/>
                <a:cs typeface="Times New Roman" panose="02020603050405020304" pitchFamily="18" charset="0"/>
              </a:rPr>
              <a:t>This paper explores the personality traits revealed by baseline, margin, slant of the words and height of </a:t>
            </a:r>
            <a:r>
              <a:rPr lang="en-US" dirty="0" err="1">
                <a:latin typeface="Times New Roman" panose="02020603050405020304" pitchFamily="18" charset="0"/>
                <a:cs typeface="Times New Roman" panose="02020603050405020304" pitchFamily="18" charset="0"/>
              </a:rPr>
              <a:t>t-bar</a:t>
            </a:r>
            <a:r>
              <a:rPr lang="en-US" dirty="0">
                <a:latin typeface="Times New Roman" panose="02020603050405020304" pitchFamily="18" charset="0"/>
                <a:cs typeface="Times New Roman" panose="02020603050405020304" pitchFamily="18" charset="0"/>
              </a:rPr>
              <a:t> of a person's handwriting.</a:t>
            </a:r>
          </a:p>
          <a:p>
            <a:r>
              <a:rPr lang="en-US" dirty="0">
                <a:latin typeface="Times New Roman" panose="02020603050405020304" pitchFamily="18" charset="0"/>
                <a:cs typeface="Times New Roman" panose="02020603050405020304" pitchFamily="18" charset="0"/>
              </a:rPr>
              <a:t>Three parameters, the baseline, the pen pressure and the height of the </a:t>
            </a:r>
            <a:r>
              <a:rPr lang="en-US" dirty="0" err="1">
                <a:latin typeface="Times New Roman" panose="02020603050405020304" pitchFamily="18" charset="0"/>
                <a:cs typeface="Times New Roman" panose="02020603050405020304" pitchFamily="18" charset="0"/>
              </a:rPr>
              <a:t>t-bar</a:t>
            </a:r>
            <a:r>
              <a:rPr lang="en-US" dirty="0">
                <a:latin typeface="Times New Roman" panose="02020603050405020304" pitchFamily="18" charset="0"/>
                <a:cs typeface="Times New Roman" panose="02020603050405020304" pitchFamily="18" charset="0"/>
              </a:rPr>
              <a:t> on the stem of the letter t‘ are the inputs to the ANN which outputs the personality trait of the writer.</a:t>
            </a:r>
          </a:p>
          <a:p>
            <a:r>
              <a:rPr lang="en-US" dirty="0">
                <a:latin typeface="Times New Roman" panose="02020603050405020304" pitchFamily="18" charset="0"/>
                <a:cs typeface="Times New Roman" panose="02020603050405020304" pitchFamily="18" charset="0"/>
              </a:rPr>
              <a:t>The evaluation of the baseline is using the </a:t>
            </a:r>
            <a:r>
              <a:rPr lang="en-US" dirty="0" err="1">
                <a:latin typeface="Times New Roman" panose="02020603050405020304" pitchFamily="18" charset="0"/>
                <a:cs typeface="Times New Roman" panose="02020603050405020304" pitchFamily="18" charset="0"/>
              </a:rPr>
              <a:t>polygonalization</a:t>
            </a:r>
            <a:r>
              <a:rPr lang="en-US" dirty="0">
                <a:latin typeface="Times New Roman" panose="02020603050405020304" pitchFamily="18" charset="0"/>
                <a:cs typeface="Times New Roman" panose="02020603050405020304" pitchFamily="18" charset="0"/>
              </a:rPr>
              <a:t> method and the evaluation of the pen pressure utilizes the grey-level threshold value.</a:t>
            </a:r>
          </a:p>
          <a:p>
            <a:r>
              <a:rPr lang="en-US" dirty="0">
                <a:latin typeface="Times New Roman" panose="02020603050405020304" pitchFamily="18" charset="0"/>
                <a:cs typeface="Times New Roman" panose="02020603050405020304" pitchFamily="18" charset="0"/>
              </a:rPr>
              <a:t>The height of the </a:t>
            </a:r>
            <a:r>
              <a:rPr lang="en-US" dirty="0" err="1">
                <a:latin typeface="Times New Roman" panose="02020603050405020304" pitchFamily="18" charset="0"/>
                <a:cs typeface="Times New Roman" panose="02020603050405020304" pitchFamily="18" charset="0"/>
              </a:rPr>
              <a:t>t-bar</a:t>
            </a:r>
            <a:r>
              <a:rPr lang="en-US" dirty="0">
                <a:latin typeface="Times New Roman" panose="02020603050405020304" pitchFamily="18" charset="0"/>
                <a:cs typeface="Times New Roman" panose="02020603050405020304" pitchFamily="18" charset="0"/>
              </a:rPr>
              <a:t> on the stem of the letter t is calculated using template matching.</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Cons :</a:t>
            </a:r>
          </a:p>
          <a:p>
            <a:r>
              <a:rPr lang="en-US" dirty="0">
                <a:latin typeface="Times New Roman" panose="02020603050405020304" pitchFamily="18" charset="0"/>
                <a:cs typeface="Times New Roman" panose="02020603050405020304" pitchFamily="18" charset="0"/>
              </a:rPr>
              <a:t>This work aims at obtaining personal characteristic traits of individuals especially in the age group of 20-35 years when they face many interviews</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15233B87-5318-B336-8A9C-7363D04A39BD}"/>
              </a:ext>
            </a:extLst>
          </p:cNvPr>
          <p:cNvSpPr>
            <a:spLocks noGrp="1"/>
          </p:cNvSpPr>
          <p:nvPr>
            <p:ph type="sldNum" sz="quarter" idx="11"/>
          </p:nvPr>
        </p:nvSpPr>
        <p:spPr/>
        <p:txBody>
          <a:bodyPr/>
          <a:lstStyle/>
          <a:p>
            <a:fld id="{294A09A9-5501-47C1-A89A-A340965A2BE2}" type="slidenum">
              <a:rPr lang="en-US" smtClean="0"/>
              <a:pPr/>
              <a:t>9</a:t>
            </a:fld>
            <a:endParaRPr lang="en-US" dirty="0"/>
          </a:p>
        </p:txBody>
      </p:sp>
    </p:spTree>
    <p:extLst>
      <p:ext uri="{BB962C8B-B14F-4D97-AF65-F5344CB8AC3E}">
        <p14:creationId xmlns:p14="http://schemas.microsoft.com/office/powerpoint/2010/main" val="3734217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4CA95BD-E4C5-9BD8-1576-129E8D227A33}"/>
              </a:ext>
            </a:extLst>
          </p:cNvPr>
          <p:cNvSpPr>
            <a:spLocks noGrp="1"/>
          </p:cNvSpPr>
          <p:nvPr>
            <p:ph type="sldNum" sz="quarter" idx="11"/>
          </p:nvPr>
        </p:nvSpPr>
        <p:spPr/>
        <p:txBody>
          <a:bodyPr/>
          <a:lstStyle/>
          <a:p>
            <a:fld id="{294A09A9-5501-47C1-A89A-A340965A2BE2}" type="slidenum">
              <a:rPr lang="en-US" smtClean="0"/>
              <a:pPr/>
              <a:t>10</a:t>
            </a:fld>
            <a:endParaRPr lang="en-US" dirty="0"/>
          </a:p>
        </p:txBody>
      </p:sp>
      <p:sp>
        <p:nvSpPr>
          <p:cNvPr id="9" name="TextBox 8">
            <a:extLst>
              <a:ext uri="{FF2B5EF4-FFF2-40B4-BE49-F238E27FC236}">
                <a16:creationId xmlns:a16="http://schemas.microsoft.com/office/drawing/2014/main" id="{67901233-1950-68A6-EAB9-6BDCBF22A054}"/>
              </a:ext>
            </a:extLst>
          </p:cNvPr>
          <p:cNvSpPr txBox="1"/>
          <p:nvPr/>
        </p:nvSpPr>
        <p:spPr>
          <a:xfrm>
            <a:off x="665826" y="932157"/>
            <a:ext cx="3826275" cy="1477328"/>
          </a:xfrm>
          <a:prstGeom prst="rect">
            <a:avLst/>
          </a:prstGeom>
          <a:noFill/>
        </p:spPr>
        <p:txBody>
          <a:bodyPr wrap="square" rtlCol="0">
            <a:spAutoFit/>
          </a:bodyPr>
          <a:lstStyle/>
          <a:p>
            <a:pPr marL="0" indent="0">
              <a:buNone/>
            </a:pPr>
            <a:r>
              <a:rPr lang="en-US" dirty="0" err="1">
                <a:latin typeface="Times New Roman" panose="02020603050405020304" pitchFamily="18" charset="0"/>
                <a:cs typeface="Times New Roman" panose="02020603050405020304" pitchFamily="18" charset="0"/>
              </a:rPr>
              <a:t>Polygonalization</a:t>
            </a:r>
            <a:r>
              <a:rPr lang="en-US" dirty="0">
                <a:latin typeface="Times New Roman" panose="02020603050405020304" pitchFamily="18" charset="0"/>
                <a:cs typeface="Times New Roman" panose="02020603050405020304" pitchFamily="18" charset="0"/>
              </a:rPr>
              <a:t>  is a  </a:t>
            </a:r>
          </a:p>
          <a:p>
            <a:pPr marL="0" indent="0">
              <a:buNone/>
            </a:pPr>
            <a:r>
              <a:rPr lang="en-US" dirty="0">
                <a:latin typeface="Times New Roman" panose="02020603050405020304" pitchFamily="18" charset="0"/>
                <a:cs typeface="Times New Roman" panose="02020603050405020304" pitchFamily="18" charset="0"/>
              </a:rPr>
              <a:t>method  of  subdividing the  plane  </a:t>
            </a:r>
          </a:p>
          <a:p>
            <a:pPr marL="0" indent="0">
              <a:buNone/>
            </a:pPr>
            <a:r>
              <a:rPr lang="en-US" dirty="0">
                <a:latin typeface="Times New Roman" panose="02020603050405020304" pitchFamily="18" charset="0"/>
                <a:cs typeface="Times New Roman" panose="02020603050405020304" pitchFamily="18" charset="0"/>
              </a:rPr>
              <a:t>into polygons. This is the main technique </a:t>
            </a:r>
          </a:p>
          <a:p>
            <a:pPr marL="0" indent="0">
              <a:buNone/>
            </a:pPr>
            <a:r>
              <a:rPr lang="en-US" dirty="0">
                <a:latin typeface="Times New Roman" panose="02020603050405020304" pitchFamily="18" charset="0"/>
                <a:cs typeface="Times New Roman" panose="02020603050405020304" pitchFamily="18" charset="0"/>
              </a:rPr>
              <a:t>used to find the slant of the baseline.</a:t>
            </a:r>
            <a:endParaRPr lang="en-IN"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9F628EAF-4BA5-C06F-DCF5-135E4BCBF7C5}"/>
              </a:ext>
            </a:extLst>
          </p:cNvPr>
          <p:cNvSpPr txBox="1"/>
          <p:nvPr/>
        </p:nvSpPr>
        <p:spPr>
          <a:xfrm>
            <a:off x="4643021" y="577048"/>
            <a:ext cx="2661178" cy="738664"/>
          </a:xfrm>
          <a:prstGeom prst="rect">
            <a:avLst/>
          </a:prstGeom>
          <a:noFill/>
        </p:spPr>
        <p:txBody>
          <a:bodyPr wrap="none" rtlCol="0">
            <a:spAutoFit/>
          </a:bodyPr>
          <a:lstStyle/>
          <a:p>
            <a:r>
              <a:rPr lang="en-IN" sz="2400" b="1" dirty="0"/>
              <a:t>Threshold Algorithm</a:t>
            </a:r>
          </a:p>
          <a:p>
            <a:endParaRPr lang="en-IN" dirty="0"/>
          </a:p>
        </p:txBody>
      </p:sp>
      <p:sp>
        <p:nvSpPr>
          <p:cNvPr id="11" name="TextBox 10">
            <a:extLst>
              <a:ext uri="{FF2B5EF4-FFF2-40B4-BE49-F238E27FC236}">
                <a16:creationId xmlns:a16="http://schemas.microsoft.com/office/drawing/2014/main" id="{027A54F9-5CB1-45B1-4320-A2FE2531CA08}"/>
              </a:ext>
            </a:extLst>
          </p:cNvPr>
          <p:cNvSpPr txBox="1"/>
          <p:nvPr/>
        </p:nvSpPr>
        <p:spPr>
          <a:xfrm>
            <a:off x="710213" y="532660"/>
            <a:ext cx="2459116" cy="738664"/>
          </a:xfrm>
          <a:prstGeom prst="rect">
            <a:avLst/>
          </a:prstGeom>
          <a:noFill/>
        </p:spPr>
        <p:txBody>
          <a:bodyPr wrap="square" rtlCol="0">
            <a:spAutoFit/>
          </a:bodyPr>
          <a:lstStyle/>
          <a:p>
            <a:r>
              <a:rPr lang="en-IN" sz="2400" b="1" dirty="0" err="1"/>
              <a:t>Polygonalization</a:t>
            </a:r>
            <a:endParaRPr lang="en-IN" sz="2400" b="1" dirty="0"/>
          </a:p>
          <a:p>
            <a:endParaRPr lang="en-IN" dirty="0"/>
          </a:p>
        </p:txBody>
      </p:sp>
      <p:sp>
        <p:nvSpPr>
          <p:cNvPr id="12" name="TextBox 11">
            <a:extLst>
              <a:ext uri="{FF2B5EF4-FFF2-40B4-BE49-F238E27FC236}">
                <a16:creationId xmlns:a16="http://schemas.microsoft.com/office/drawing/2014/main" id="{1B05B514-2060-7C08-361B-60E00590D08B}"/>
              </a:ext>
            </a:extLst>
          </p:cNvPr>
          <p:cNvSpPr txBox="1"/>
          <p:nvPr/>
        </p:nvSpPr>
        <p:spPr>
          <a:xfrm>
            <a:off x="4671135" y="1085166"/>
            <a:ext cx="3788176" cy="2031325"/>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Image thresholding is an uncomplicated and effective way of partitioning. This image analysis algorithm is a type of image segmentation that segments objects by transforming grayscale images into binary images</a:t>
            </a:r>
            <a:endParaRPr lang="en-IN" dirty="0">
              <a:latin typeface="Times New Roman" panose="02020603050405020304" pitchFamily="18" charset="0"/>
              <a:cs typeface="Times New Roman" panose="02020603050405020304" pitchFamily="18" charset="0"/>
            </a:endParaRPr>
          </a:p>
        </p:txBody>
      </p:sp>
      <p:pic>
        <p:nvPicPr>
          <p:cNvPr id="1026" name="Picture 2" descr="Handwriting Analysis for Detection of Personality Traits using Machine  Learning Approach">
            <a:extLst>
              <a:ext uri="{FF2B5EF4-FFF2-40B4-BE49-F238E27FC236}">
                <a16:creationId xmlns:a16="http://schemas.microsoft.com/office/drawing/2014/main" id="{1A4DB882-72DB-4B42-549C-F10CEB2708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3261" y="2395492"/>
            <a:ext cx="2724150" cy="167640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6E461C1B-400D-154B-A718-583A5A821068}"/>
              </a:ext>
            </a:extLst>
          </p:cNvPr>
          <p:cNvSpPr txBox="1"/>
          <p:nvPr/>
        </p:nvSpPr>
        <p:spPr>
          <a:xfrm>
            <a:off x="8839200" y="585926"/>
            <a:ext cx="2443105" cy="461665"/>
          </a:xfrm>
          <a:prstGeom prst="rect">
            <a:avLst/>
          </a:prstGeom>
          <a:noFill/>
        </p:spPr>
        <p:txBody>
          <a:bodyPr wrap="none" rtlCol="0">
            <a:spAutoFit/>
          </a:bodyPr>
          <a:lstStyle/>
          <a:p>
            <a:r>
              <a:rPr lang="en-IN" sz="2400" b="1" dirty="0"/>
              <a:t>Template Matching</a:t>
            </a:r>
          </a:p>
        </p:txBody>
      </p:sp>
      <p:sp>
        <p:nvSpPr>
          <p:cNvPr id="14" name="TextBox 13">
            <a:extLst>
              <a:ext uri="{FF2B5EF4-FFF2-40B4-BE49-F238E27FC236}">
                <a16:creationId xmlns:a16="http://schemas.microsoft.com/office/drawing/2014/main" id="{65AD509E-2AFC-A3E0-0A98-198551FFE041}"/>
              </a:ext>
            </a:extLst>
          </p:cNvPr>
          <p:cNvSpPr txBox="1"/>
          <p:nvPr/>
        </p:nvSpPr>
        <p:spPr>
          <a:xfrm>
            <a:off x="4659470" y="3198167"/>
            <a:ext cx="3227230" cy="461665"/>
          </a:xfrm>
          <a:prstGeom prst="rect">
            <a:avLst/>
          </a:prstGeom>
          <a:noFill/>
        </p:spPr>
        <p:txBody>
          <a:bodyPr wrap="none" rtlCol="0">
            <a:spAutoFit/>
          </a:bodyPr>
          <a:lstStyle/>
          <a:p>
            <a:r>
              <a:rPr lang="en-IN" sz="2400" b="1" dirty="0"/>
              <a:t>Artificial Neural Network</a:t>
            </a:r>
          </a:p>
        </p:txBody>
      </p:sp>
      <p:sp>
        <p:nvSpPr>
          <p:cNvPr id="15" name="TextBox 14">
            <a:extLst>
              <a:ext uri="{FF2B5EF4-FFF2-40B4-BE49-F238E27FC236}">
                <a16:creationId xmlns:a16="http://schemas.microsoft.com/office/drawing/2014/main" id="{7723472C-A704-5617-1856-7DF8DCA3DB75}"/>
              </a:ext>
            </a:extLst>
          </p:cNvPr>
          <p:cNvSpPr txBox="1"/>
          <p:nvPr/>
        </p:nvSpPr>
        <p:spPr>
          <a:xfrm>
            <a:off x="8839200" y="1120675"/>
            <a:ext cx="3247274" cy="2585323"/>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Template matching is a technique in image processing used for finding small parts of an image which match a given image that is template image. From the scanned handwritten sample, individual lines are isolated and individual characters are identified.</a:t>
            </a:r>
            <a:endParaRPr lang="en-IN" dirty="0">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BF195080-7BD2-5097-5FE4-5C8D9EEE4C28}"/>
              </a:ext>
            </a:extLst>
          </p:cNvPr>
          <p:cNvSpPr txBox="1"/>
          <p:nvPr/>
        </p:nvSpPr>
        <p:spPr>
          <a:xfrm>
            <a:off x="4669654" y="3773009"/>
            <a:ext cx="2653269" cy="230832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When large sample of data is </a:t>
            </a:r>
            <a:r>
              <a:rPr lang="en-US" dirty="0" err="1">
                <a:latin typeface="Times New Roman" panose="02020603050405020304" pitchFamily="18" charset="0"/>
                <a:cs typeface="Times New Roman" panose="02020603050405020304" pitchFamily="18" charset="0"/>
              </a:rPr>
              <a:t>analysed</a:t>
            </a:r>
            <a:r>
              <a:rPr lang="en-US" dirty="0">
                <a:latin typeface="Times New Roman" panose="02020603050405020304" pitchFamily="18" charset="0"/>
                <a:cs typeface="Times New Roman" panose="02020603050405020304" pitchFamily="18" charset="0"/>
              </a:rPr>
              <a:t>, different combinations of traits are derived. These combinations of traits are analyzed to predict the personality trait using artificial neural network.</a:t>
            </a:r>
            <a:endParaRPr lang="en-IN" dirty="0">
              <a:latin typeface="Times New Roman" panose="02020603050405020304" pitchFamily="18" charset="0"/>
              <a:cs typeface="Times New Roman" panose="02020603050405020304" pitchFamily="18" charset="0"/>
            </a:endParaRPr>
          </a:p>
        </p:txBody>
      </p:sp>
      <p:pic>
        <p:nvPicPr>
          <p:cNvPr id="1028" name="Picture 4" descr="Handwriting Analysis for Detection of Personality Traits using Machine  Learning Approach">
            <a:extLst>
              <a:ext uri="{FF2B5EF4-FFF2-40B4-BE49-F238E27FC236}">
                <a16:creationId xmlns:a16="http://schemas.microsoft.com/office/drawing/2014/main" id="{C59D24EB-09C7-ACFD-3DB1-3E39FCDC1C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59734" y="4589571"/>
            <a:ext cx="2790825" cy="16383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andwriting Analysis for Detection of Personality Traits using Machine  Learning Approach">
            <a:extLst>
              <a:ext uri="{FF2B5EF4-FFF2-40B4-BE49-F238E27FC236}">
                <a16:creationId xmlns:a16="http://schemas.microsoft.com/office/drawing/2014/main" id="{53513752-CEFC-D430-ECCA-F7289740634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7293" y="3892720"/>
            <a:ext cx="4105275" cy="1114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26160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A2261D-9A7C-3DA9-0EE2-4BC7E836499C}"/>
              </a:ext>
            </a:extLst>
          </p:cNvPr>
          <p:cNvSpPr>
            <a:spLocks noGrp="1"/>
          </p:cNvSpPr>
          <p:nvPr>
            <p:ph idx="1"/>
          </p:nvPr>
        </p:nvSpPr>
        <p:spPr>
          <a:xfrm>
            <a:off x="609600" y="488272"/>
            <a:ext cx="10972800" cy="5683928"/>
          </a:xfrm>
        </p:spPr>
        <p:txBody>
          <a:bodyPr>
            <a:normAutofit fontScale="70000" lnSpcReduction="20000"/>
          </a:bodyPr>
          <a:lstStyle/>
          <a:p>
            <a:pPr marL="0" indent="0">
              <a:buNone/>
            </a:pPr>
            <a:r>
              <a:rPr lang="en-IN" b="1" dirty="0">
                <a:latin typeface="Times New Roman" panose="02020603050405020304" pitchFamily="18" charset="0"/>
                <a:cs typeface="Times New Roman" panose="02020603050405020304" pitchFamily="18" charset="0"/>
              </a:rPr>
              <a:t>Personality analysis through handwriting by </a:t>
            </a:r>
            <a:r>
              <a:rPr lang="en-IN" b="1" dirty="0" err="1">
                <a:latin typeface="Times New Roman" panose="02020603050405020304" pitchFamily="18" charset="0"/>
                <a:cs typeface="Times New Roman" panose="02020603050405020304" pitchFamily="18" charset="0"/>
              </a:rPr>
              <a:t>Rashi</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Kacker</a:t>
            </a:r>
            <a:r>
              <a:rPr lang="en-IN" b="1"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Hima</a:t>
            </a:r>
            <a:r>
              <a:rPr lang="en-IN" b="1" dirty="0">
                <a:latin typeface="Times New Roman" panose="02020603050405020304" pitchFamily="18" charset="0"/>
                <a:cs typeface="Times New Roman" panose="02020603050405020304" pitchFamily="18" charset="0"/>
              </a:rPr>
              <a:t> Bindu </a:t>
            </a:r>
            <a:r>
              <a:rPr lang="en-IN" b="1" dirty="0" err="1">
                <a:latin typeface="Times New Roman" panose="02020603050405020304" pitchFamily="18" charset="0"/>
                <a:cs typeface="Times New Roman" panose="02020603050405020304" pitchFamily="18" charset="0"/>
              </a:rPr>
              <a:t>Maringanti</a:t>
            </a:r>
            <a:r>
              <a:rPr lang="en-IN" b="1" dirty="0">
                <a:latin typeface="Times New Roman" panose="02020603050405020304" pitchFamily="18" charset="0"/>
                <a:cs typeface="Times New Roman" panose="02020603050405020304" pitchFamily="18" charset="0"/>
              </a:rPr>
              <a:t>. Nov 2015</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Methodology : </a:t>
            </a:r>
            <a:r>
              <a:rPr lang="en-US" dirty="0">
                <a:latin typeface="Times New Roman" panose="02020603050405020304" pitchFamily="18" charset="0"/>
                <a:cs typeface="Times New Roman" panose="02020603050405020304" pitchFamily="18" charset="0"/>
              </a:rPr>
              <a:t>includes a personality type based on Myer Briggs dichotomies, a temperament based on Kersey’s temperament sorter, and a detailed data related to portrait of the personality and the personal growth of that personality type.</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Pros :</a:t>
            </a:r>
          </a:p>
          <a:p>
            <a:r>
              <a:rPr lang="en-US" dirty="0">
                <a:latin typeface="Times New Roman" panose="02020603050405020304" pitchFamily="18" charset="0"/>
                <a:cs typeface="Times New Roman" panose="02020603050405020304" pitchFamily="18" charset="0"/>
              </a:rPr>
              <a:t>The features extracted in this work are margins, size, slant, degree of connection between the letters, spacing between lines and ratio of the three zones in handwriting namely the upper, middle and lower zone</a:t>
            </a:r>
            <a:r>
              <a:rPr lang="en-IN" dirty="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This work focuses on the mapping of features to the two famous personality theories, Briggs and Keirsey’s to give a detailed report without the manual flaws that could occur in the multiple choice based personality analysis systems</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Cons: </a:t>
            </a:r>
          </a:p>
          <a:p>
            <a:r>
              <a:rPr lang="en-US" dirty="0">
                <a:latin typeface="Times New Roman" panose="02020603050405020304" pitchFamily="18" charset="0"/>
                <a:cs typeface="Times New Roman" panose="02020603050405020304" pitchFamily="18" charset="0"/>
              </a:rPr>
              <a:t>This work includes limited physical features of handwriting. Extension of this work may include more features like different types of strokes, thickness of characters and pen pressure variation etc.</a:t>
            </a:r>
          </a:p>
          <a:p>
            <a:r>
              <a:rPr lang="en-US" dirty="0">
                <a:latin typeface="Times New Roman" panose="02020603050405020304" pitchFamily="18" charset="0"/>
                <a:cs typeface="Times New Roman" panose="02020603050405020304" pitchFamily="18" charset="0"/>
              </a:rPr>
              <a:t>Natural Language Processing may also be augmented to the present work, wherein the semantics of words used by the writer, would provide the analyzer with additional perspective.</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35F67280-73A2-88CF-2E26-8B4DF25C436E}"/>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2125491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E4D2C1-9F44-87AF-EC25-3240CDAC90D2}"/>
              </a:ext>
            </a:extLst>
          </p:cNvPr>
          <p:cNvSpPr>
            <a:spLocks noGrp="1"/>
          </p:cNvSpPr>
          <p:nvPr>
            <p:ph idx="1"/>
          </p:nvPr>
        </p:nvSpPr>
        <p:spPr>
          <a:xfrm>
            <a:off x="609600" y="612559"/>
            <a:ext cx="10972800" cy="5559641"/>
          </a:xfrm>
        </p:spPr>
        <p:txBody>
          <a:bodyPr>
            <a:normAutofit/>
          </a:bodyPr>
          <a:lstStyle/>
          <a:p>
            <a:pPr marL="0" indent="0">
              <a:buNone/>
            </a:pPr>
            <a:r>
              <a:rPr lang="en-US" sz="2400" b="1" dirty="0">
                <a:solidFill>
                  <a:schemeClr val="tx1"/>
                </a:solidFill>
                <a:latin typeface="Times New Roman" panose="02020603050405020304" pitchFamily="18" charset="0"/>
                <a:cs typeface="Times New Roman" panose="02020603050405020304" pitchFamily="18" charset="0"/>
              </a:rPr>
              <a:t>Thresholding: A Pixel-Level Image Processing Methodology Preprocessing Technique for an OCR System for the Brahmi Script by </a:t>
            </a:r>
            <a:r>
              <a:rPr lang="en-US" sz="2400" b="1" dirty="0" err="1">
                <a:solidFill>
                  <a:schemeClr val="tx1"/>
                </a:solidFill>
                <a:latin typeface="Times New Roman" panose="02020603050405020304" pitchFamily="18" charset="0"/>
                <a:cs typeface="Times New Roman" panose="02020603050405020304" pitchFamily="18" charset="0"/>
              </a:rPr>
              <a:t>H.Devi</a:t>
            </a:r>
            <a:r>
              <a:rPr lang="en-US" sz="2400" b="1" dirty="0">
                <a:solidFill>
                  <a:schemeClr val="tx1"/>
                </a:solidFill>
                <a:latin typeface="Times New Roman" panose="02020603050405020304" pitchFamily="18" charset="0"/>
                <a:cs typeface="Times New Roman" panose="02020603050405020304" pitchFamily="18" charset="0"/>
              </a:rPr>
              <a:t>, Dec 2006.</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Methodology :</a:t>
            </a:r>
            <a:r>
              <a:rPr lang="en-US" sz="2400" b="0" i="0" dirty="0">
                <a:solidFill>
                  <a:schemeClr val="tx1"/>
                </a:solidFill>
                <a:effectLst/>
                <a:latin typeface="Times New Roman" panose="02020603050405020304" pitchFamily="18" charset="0"/>
                <a:cs typeface="Times New Roman" panose="02020603050405020304" pitchFamily="18" charset="0"/>
              </a:rPr>
              <a:t> QIR is a global two stage thresholding technique that uses intensity histogram to find the threshold.</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Pros :</a:t>
            </a:r>
          </a:p>
          <a:p>
            <a:r>
              <a:rPr lang="en-US" sz="2400" b="0" i="0" dirty="0">
                <a:solidFill>
                  <a:schemeClr val="tx1"/>
                </a:solidFill>
                <a:effectLst/>
                <a:latin typeface="Times New Roman" panose="02020603050405020304" pitchFamily="18" charset="0"/>
                <a:cs typeface="Times New Roman" panose="02020603050405020304" pitchFamily="18" charset="0"/>
              </a:rPr>
              <a:t>The preprocessing algorithms discussed so far give fairly average results. </a:t>
            </a:r>
          </a:p>
          <a:p>
            <a:pPr marL="0" indent="0">
              <a:buNone/>
            </a:pPr>
            <a:r>
              <a:rPr lang="en-US" sz="2400" dirty="0">
                <a:solidFill>
                  <a:schemeClr val="tx1"/>
                </a:solidFill>
                <a:latin typeface="Times New Roman" panose="02020603050405020304" pitchFamily="18" charset="0"/>
                <a:cs typeface="Times New Roman" panose="02020603050405020304" pitchFamily="18" charset="0"/>
              </a:rPr>
              <a:t>Cons :</a:t>
            </a:r>
          </a:p>
          <a:p>
            <a:r>
              <a:rPr lang="en-US" sz="2400" b="0" i="0" dirty="0">
                <a:solidFill>
                  <a:schemeClr val="tx1"/>
                </a:solidFill>
                <a:effectLst/>
                <a:latin typeface="Times New Roman" panose="02020603050405020304" pitchFamily="18" charset="0"/>
                <a:cs typeface="Times New Roman" panose="02020603050405020304" pitchFamily="18" charset="0"/>
              </a:rPr>
              <a:t> Hybrid preprocessing algorithms can be tried out wherein new methods can be designed to perform effective thresholding</a:t>
            </a:r>
          </a:p>
          <a:p>
            <a:r>
              <a:rPr lang="en-US" sz="2400" b="0" i="0" dirty="0">
                <a:solidFill>
                  <a:schemeClr val="tx1"/>
                </a:solidFill>
                <a:effectLst/>
                <a:latin typeface="Times New Roman" panose="02020603050405020304" pitchFamily="18" charset="0"/>
                <a:cs typeface="Times New Roman" panose="02020603050405020304" pitchFamily="18" charset="0"/>
              </a:rPr>
              <a:t>Preprocessing techniques like Filtering (to remove distortions and noise) could be incorporated.</a:t>
            </a:r>
            <a:endParaRPr lang="en-IN" sz="2400"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C0780759-B6C3-1088-4E8C-BD97B9915696}"/>
              </a:ext>
            </a:extLst>
          </p:cNvPr>
          <p:cNvSpPr>
            <a:spLocks noGrp="1"/>
          </p:cNvSpPr>
          <p:nvPr>
            <p:ph type="sldNum" sz="quarter" idx="11"/>
          </p:nvPr>
        </p:nvSpPr>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12011020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84A0E9-A268-BAA8-496F-B9216B8DC73D}"/>
              </a:ext>
            </a:extLst>
          </p:cNvPr>
          <p:cNvSpPr>
            <a:spLocks noGrp="1"/>
          </p:cNvSpPr>
          <p:nvPr>
            <p:ph idx="1"/>
          </p:nvPr>
        </p:nvSpPr>
        <p:spPr>
          <a:xfrm>
            <a:off x="609600" y="541538"/>
            <a:ext cx="10972800" cy="5630662"/>
          </a:xfrm>
        </p:spPr>
        <p:txBody>
          <a:bodyPr>
            <a:normAutofit/>
          </a:bodyPr>
          <a:lstStyle/>
          <a:p>
            <a:pPr marL="0" indent="0">
              <a:buNone/>
            </a:pPr>
            <a:r>
              <a:rPr lang="en-IN" sz="2400" b="1" dirty="0">
                <a:latin typeface="Times New Roman" panose="02020603050405020304" pitchFamily="18" charset="0"/>
                <a:cs typeface="Times New Roman" panose="02020603050405020304" pitchFamily="18" charset="0"/>
              </a:rPr>
              <a:t>Personality Analysis Based On Letter t Using Back Propagation Neural Network,2017.</a:t>
            </a:r>
          </a:p>
          <a:p>
            <a:pPr marL="0" indent="0">
              <a:buNone/>
            </a:pPr>
            <a:r>
              <a:rPr lang="en-US" sz="2400" dirty="0">
                <a:latin typeface="Times New Roman" panose="02020603050405020304" pitchFamily="18" charset="0"/>
                <a:cs typeface="Times New Roman" panose="02020603050405020304" pitchFamily="18" charset="0"/>
              </a:rPr>
              <a:t>For this research, it requires two neural networks to complete the objectives. The first neural network is for the recognition of small letter ‘t’ character and the second neural network is to identify the level of ambition.</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Methodology : Digitization and Normalization, Scaling, Noise Removal, Binary Conversion, Segmentation.</a:t>
            </a:r>
          </a:p>
          <a:p>
            <a:pPr marL="0" indent="0">
              <a:buNone/>
            </a:pPr>
            <a:r>
              <a:rPr lang="en-IN" sz="2400" dirty="0">
                <a:latin typeface="Times New Roman" panose="02020603050405020304" pitchFamily="18" charset="0"/>
                <a:cs typeface="Times New Roman" panose="02020603050405020304" pitchFamily="18" charset="0"/>
              </a:rPr>
              <a:t>Pros :</a:t>
            </a:r>
          </a:p>
          <a:p>
            <a:r>
              <a:rPr lang="en-US" sz="2400" dirty="0">
                <a:latin typeface="Times New Roman" panose="02020603050405020304" pitchFamily="18" charset="0"/>
                <a:cs typeface="Times New Roman" panose="02020603050405020304" pitchFamily="18" charset="0"/>
              </a:rPr>
              <a:t>Neural network is characterized by its pattern of connections between the neurons, its method of determining the weights on the connections and its activation function</a:t>
            </a:r>
            <a:endParaRPr lang="en-IN" sz="2400" dirty="0">
              <a:latin typeface="Times New Roman" panose="02020603050405020304" pitchFamily="18" charset="0"/>
              <a:cs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Cons :</a:t>
            </a:r>
          </a:p>
          <a:p>
            <a:r>
              <a:rPr lang="en-US" sz="2400" dirty="0">
                <a:latin typeface="Times New Roman" panose="02020603050405020304" pitchFamily="18" charset="0"/>
                <a:cs typeface="Times New Roman" panose="02020603050405020304" pitchFamily="18" charset="0"/>
              </a:rPr>
              <a:t>The study of using other neural network learning algorithms such as self-organizing map to recognize character and to identify personality can be incorporated.</a:t>
            </a: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25AFB87-EDDE-7411-FE9A-EA5467D27291}"/>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19132052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624B6-2E33-5A80-631C-B665BAFFE131}"/>
              </a:ext>
            </a:extLst>
          </p:cNvPr>
          <p:cNvSpPr>
            <a:spLocks noGrp="1"/>
          </p:cNvSpPr>
          <p:nvPr>
            <p:ph idx="1"/>
          </p:nvPr>
        </p:nvSpPr>
        <p:spPr>
          <a:xfrm>
            <a:off x="609600" y="532660"/>
            <a:ext cx="10972800" cy="5639540"/>
          </a:xfrm>
        </p:spPr>
        <p:txBody>
          <a:bodyPr>
            <a:normAutofit fontScale="92500" lnSpcReduction="20000"/>
          </a:bodyPr>
          <a:lstStyle/>
          <a:p>
            <a:pPr marL="0" indent="0">
              <a:buNone/>
            </a:pPr>
            <a:r>
              <a:rPr lang="en-IN" b="1" dirty="0">
                <a:latin typeface="Times New Roman" panose="02020603050405020304" pitchFamily="18" charset="0"/>
                <a:cs typeface="Times New Roman" panose="02020603050405020304" pitchFamily="18" charset="0"/>
              </a:rPr>
              <a:t>Handwriting Analysis based on Segmentation Method for Prediction of Human Personality using Support Vector Machine by </a:t>
            </a:r>
            <a:r>
              <a:rPr lang="en-IN" b="1" dirty="0" err="1">
                <a:latin typeface="Times New Roman" panose="02020603050405020304" pitchFamily="18" charset="0"/>
                <a:cs typeface="Times New Roman" panose="02020603050405020304" pitchFamily="18" charset="0"/>
              </a:rPr>
              <a:t>Shitala</a:t>
            </a:r>
            <a:r>
              <a:rPr lang="en-IN" b="1" dirty="0">
                <a:latin typeface="Times New Roman" panose="02020603050405020304" pitchFamily="18" charset="0"/>
                <a:cs typeface="Times New Roman" panose="02020603050405020304" pitchFamily="18" charset="0"/>
              </a:rPr>
              <a:t> Prasad, Vivek Kumar Singh, </a:t>
            </a:r>
            <a:r>
              <a:rPr lang="en-IN" b="1" dirty="0" err="1">
                <a:latin typeface="Times New Roman" panose="02020603050405020304" pitchFamily="18" charset="0"/>
                <a:cs typeface="Times New Roman" panose="02020603050405020304" pitchFamily="18" charset="0"/>
              </a:rPr>
              <a:t>Akshay</a:t>
            </a:r>
            <a:r>
              <a:rPr lang="en-IN" b="1" dirty="0">
                <a:latin typeface="Times New Roman" panose="02020603050405020304" pitchFamily="18" charset="0"/>
                <a:cs typeface="Times New Roman" panose="02020603050405020304" pitchFamily="18" charset="0"/>
              </a:rPr>
              <a:t> Sapre,2010</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Methodology : Image Handwriting Acquisition, Pre-processing, Segmentation, Feature Extraction, Training and testing SVM, Results .</a:t>
            </a:r>
          </a:p>
          <a:p>
            <a:pPr marL="0" indent="0">
              <a:buNone/>
            </a:pPr>
            <a:r>
              <a:rPr lang="en-IN" dirty="0">
                <a:latin typeface="Times New Roman" panose="02020603050405020304" pitchFamily="18" charset="0"/>
                <a:cs typeface="Times New Roman" panose="02020603050405020304" pitchFamily="18" charset="0"/>
              </a:rPr>
              <a:t>Pros : </a:t>
            </a:r>
          </a:p>
          <a:p>
            <a:r>
              <a:rPr lang="en-US" dirty="0">
                <a:latin typeface="Times New Roman" panose="02020603050405020304" pitchFamily="18" charset="0"/>
                <a:cs typeface="Times New Roman" panose="02020603050405020304" pitchFamily="18" charset="0"/>
              </a:rPr>
              <a:t>This paper proposes an automated method to predict the personality of an individual by his/her handwriting sample using SVM machine learning algorithm.</a:t>
            </a:r>
          </a:p>
          <a:p>
            <a:r>
              <a:rPr lang="en-US" dirty="0">
                <a:latin typeface="Times New Roman" panose="02020603050405020304" pitchFamily="18" charset="0"/>
                <a:cs typeface="Times New Roman" panose="02020603050405020304" pitchFamily="18" charset="0"/>
              </a:rPr>
              <a:t>SVM takes the size of the letters, pen pressure, baseline, letter spacing and word spacing and the most important slant of the letter and word in a document as an input and gives their psychological behavior as the output for each individual writer.</a:t>
            </a:r>
          </a:p>
          <a:p>
            <a:pPr marL="0" indent="0">
              <a:buNone/>
            </a:pPr>
            <a:r>
              <a:rPr lang="en-US" dirty="0">
                <a:latin typeface="Times New Roman" panose="02020603050405020304" pitchFamily="18" charset="0"/>
                <a:cs typeface="Times New Roman" panose="02020603050405020304" pitchFamily="18" charset="0"/>
              </a:rPr>
              <a:t>Cons:</a:t>
            </a:r>
          </a:p>
          <a:p>
            <a:r>
              <a:rPr lang="en-US" dirty="0">
                <a:latin typeface="Times New Roman" panose="02020603050405020304" pitchFamily="18" charset="0"/>
                <a:cs typeface="Times New Roman" panose="02020603050405020304" pitchFamily="18" charset="0"/>
              </a:rPr>
              <a:t>the features can be increased for more correct results such as page margins, arcade, garland, thread, etc.</a:t>
            </a:r>
            <a:endParaRPr lang="en-IN"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AB2BA068-BE03-C805-D8BB-0BAC2F51422B}"/>
              </a:ext>
            </a:extLst>
          </p:cNvPr>
          <p:cNvSpPr>
            <a:spLocks noGrp="1"/>
          </p:cNvSpPr>
          <p:nvPr>
            <p:ph type="sldNum" sz="quarter" idx="11"/>
          </p:nvPr>
        </p:nvSpPr>
        <p:spPr/>
        <p:txBody>
          <a:bodyPr/>
          <a:lstStyle/>
          <a:p>
            <a:fld id="{294A09A9-5501-47C1-A89A-A340965A2BE2}" type="slidenum">
              <a:rPr lang="en-US" smtClean="0"/>
              <a:pPr/>
              <a:t>14</a:t>
            </a:fld>
            <a:endParaRPr lang="en-US" dirty="0"/>
          </a:p>
        </p:txBody>
      </p:sp>
    </p:spTree>
    <p:extLst>
      <p:ext uri="{BB962C8B-B14F-4D97-AF65-F5344CB8AC3E}">
        <p14:creationId xmlns:p14="http://schemas.microsoft.com/office/powerpoint/2010/main" val="8863491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11BF2E-B37E-E867-DA73-3BA435FBE7BD}"/>
              </a:ext>
            </a:extLst>
          </p:cNvPr>
          <p:cNvSpPr>
            <a:spLocks noGrp="1"/>
          </p:cNvSpPr>
          <p:nvPr>
            <p:ph idx="1"/>
          </p:nvPr>
        </p:nvSpPr>
        <p:spPr>
          <a:xfrm>
            <a:off x="609600" y="443883"/>
            <a:ext cx="10972800" cy="5728317"/>
          </a:xfrm>
        </p:spPr>
        <p:txBody>
          <a:bodyPr>
            <a:normAutofit fontScale="92500" lnSpcReduction="20000"/>
          </a:bodyPr>
          <a:lstStyle/>
          <a:p>
            <a:pPr marL="0" indent="0">
              <a:buNone/>
            </a:pPr>
            <a:r>
              <a:rPr lang="en-IN" b="1" dirty="0" err="1">
                <a:latin typeface="Times New Roman" panose="02020603050405020304" pitchFamily="18" charset="0"/>
                <a:cs typeface="Times New Roman" panose="02020603050405020304" pitchFamily="18" charset="0"/>
              </a:rPr>
              <a:t>Apriori</a:t>
            </a:r>
            <a:r>
              <a:rPr lang="en-IN" b="1" dirty="0">
                <a:latin typeface="Times New Roman" panose="02020603050405020304" pitchFamily="18" charset="0"/>
                <a:cs typeface="Times New Roman" panose="02020603050405020304" pitchFamily="18" charset="0"/>
              </a:rPr>
              <a:t> Algorithm for Sub-category Classification Analysis of handwriting by</a:t>
            </a:r>
          </a:p>
          <a:p>
            <a:pPr marL="0" indent="0">
              <a:buNone/>
            </a:pPr>
            <a:r>
              <a:rPr lang="en-IN" b="1" dirty="0">
                <a:latin typeface="Times New Roman" panose="02020603050405020304" pitchFamily="18" charset="0"/>
                <a:cs typeface="Times New Roman" panose="02020603050405020304" pitchFamily="18" charset="0"/>
              </a:rPr>
              <a:t>Sung-Hyuk Cha, </a:t>
            </a:r>
            <a:r>
              <a:rPr lang="en-IN" b="1" dirty="0" err="1">
                <a:latin typeface="Times New Roman" panose="02020603050405020304" pitchFamily="18" charset="0"/>
                <a:cs typeface="Times New Roman" panose="02020603050405020304" pitchFamily="18" charset="0"/>
              </a:rPr>
              <a:t>Sargur</a:t>
            </a:r>
            <a:r>
              <a:rPr lang="en-IN" b="1" dirty="0">
                <a:latin typeface="Times New Roman" panose="02020603050405020304" pitchFamily="18" charset="0"/>
                <a:cs typeface="Times New Roman" panose="02020603050405020304" pitchFamily="18" charset="0"/>
              </a:rPr>
              <a:t> N Srihari,2001.</a:t>
            </a:r>
          </a:p>
          <a:p>
            <a:pPr marL="0" indent="0">
              <a:buNone/>
            </a:pPr>
            <a:endParaRPr lang="en-IN" b="1"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Methodology : </a:t>
            </a:r>
            <a:r>
              <a:rPr lang="en-IN" dirty="0" err="1">
                <a:latin typeface="Times New Roman" panose="02020603050405020304" pitchFamily="18" charset="0"/>
                <a:cs typeface="Times New Roman" panose="02020603050405020304" pitchFamily="18" charset="0"/>
              </a:rPr>
              <a:t>Aripori</a:t>
            </a:r>
            <a:r>
              <a:rPr lang="en-IN" dirty="0">
                <a:latin typeface="Times New Roman" panose="02020603050405020304" pitchFamily="18" charset="0"/>
                <a:cs typeface="Times New Roman" panose="02020603050405020304" pitchFamily="18" charset="0"/>
              </a:rPr>
              <a:t> Algorithm, Artificial </a:t>
            </a:r>
            <a:r>
              <a:rPr lang="en-IN" dirty="0" err="1">
                <a:latin typeface="Times New Roman" panose="02020603050405020304" pitchFamily="18" charset="0"/>
                <a:cs typeface="Times New Roman" panose="02020603050405020304" pitchFamily="18" charset="0"/>
              </a:rPr>
              <a:t>Nweural</a:t>
            </a:r>
            <a:r>
              <a:rPr lang="en-IN" dirty="0">
                <a:latin typeface="Times New Roman" panose="02020603050405020304" pitchFamily="18" charset="0"/>
                <a:cs typeface="Times New Roman" panose="02020603050405020304" pitchFamily="18" charset="0"/>
              </a:rPr>
              <a:t> Networks.</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Pros :</a:t>
            </a:r>
          </a:p>
          <a:p>
            <a:r>
              <a:rPr lang="en-US" dirty="0">
                <a:solidFill>
                  <a:srgbClr val="333333"/>
                </a:solidFill>
                <a:latin typeface="Times New Roman" panose="02020603050405020304" pitchFamily="18" charset="0"/>
                <a:cs typeface="Times New Roman" panose="02020603050405020304" pitchFamily="18" charset="0"/>
              </a:rPr>
              <a:t>Used </a:t>
            </a:r>
            <a:r>
              <a:rPr lang="en-US" b="0" i="0" dirty="0">
                <a:solidFill>
                  <a:srgbClr val="333333"/>
                </a:solidFill>
                <a:effectLst/>
                <a:latin typeface="Times New Roman" panose="02020603050405020304" pitchFamily="18" charset="0"/>
                <a:cs typeface="Times New Roman" panose="02020603050405020304" pitchFamily="18" charset="0"/>
              </a:rPr>
              <a:t>datamining technique for sub-category classification problem.</a:t>
            </a:r>
          </a:p>
          <a:p>
            <a:r>
              <a:rPr lang="en-US" b="0" i="1" dirty="0" err="1">
                <a:solidFill>
                  <a:srgbClr val="333333"/>
                </a:solidFill>
                <a:effectLst/>
                <a:latin typeface="Times New Roman" panose="02020603050405020304" pitchFamily="18" charset="0"/>
                <a:cs typeface="Times New Roman" panose="02020603050405020304" pitchFamily="18" charset="0"/>
              </a:rPr>
              <a:t>Apriori</a:t>
            </a:r>
            <a:r>
              <a:rPr lang="en-US" b="0" i="0" dirty="0">
                <a:solidFill>
                  <a:srgbClr val="333333"/>
                </a:solidFill>
                <a:effectLst/>
                <a:latin typeface="Times New Roman" panose="02020603050405020304" pitchFamily="18" charset="0"/>
                <a:cs typeface="Times New Roman" panose="02020603050405020304" pitchFamily="18" charset="0"/>
              </a:rPr>
              <a:t> algorithm is applied to filter the sub-category problems with insufficient support</a:t>
            </a:r>
          </a:p>
          <a:p>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Cons :</a:t>
            </a:r>
          </a:p>
          <a:p>
            <a:r>
              <a:rPr lang="en-US" b="0" i="0" dirty="0">
                <a:solidFill>
                  <a:srgbClr val="333333"/>
                </a:solidFill>
                <a:effectLst/>
                <a:latin typeface="Times New Roman" panose="02020603050405020304" pitchFamily="18" charset="0"/>
                <a:cs typeface="Times New Roman" panose="02020603050405020304" pitchFamily="18" charset="0"/>
              </a:rPr>
              <a:t>In this paper, the subgroup with aggregation was not considered. The algorithm can be altered to handle the subgroup with </a:t>
            </a:r>
            <a:r>
              <a:rPr lang="en-US" b="0" i="0" dirty="0" err="1">
                <a:solidFill>
                  <a:srgbClr val="333333"/>
                </a:solidFill>
                <a:effectLst/>
                <a:latin typeface="Times New Roman" panose="02020603050405020304" pitchFamily="18" charset="0"/>
                <a:cs typeface="Times New Roman" panose="02020603050405020304" pitchFamily="18" charset="0"/>
              </a:rPr>
              <a:t>agregation</a:t>
            </a:r>
            <a:r>
              <a:rPr lang="en-US" b="0" i="0" dirty="0">
                <a:solidFill>
                  <a:srgbClr val="333333"/>
                </a:solidFill>
                <a:effectLst/>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a:t>
            </a:r>
          </a:p>
        </p:txBody>
      </p:sp>
      <p:sp>
        <p:nvSpPr>
          <p:cNvPr id="5" name="Slide Number Placeholder 4">
            <a:extLst>
              <a:ext uri="{FF2B5EF4-FFF2-40B4-BE49-F238E27FC236}">
                <a16:creationId xmlns:a16="http://schemas.microsoft.com/office/drawing/2014/main" id="{83CFE667-25B3-A2F9-CDB7-CF58700480DD}"/>
              </a:ext>
            </a:extLst>
          </p:cNvPr>
          <p:cNvSpPr>
            <a:spLocks noGrp="1"/>
          </p:cNvSpPr>
          <p:nvPr>
            <p:ph type="sldNum" sz="quarter" idx="11"/>
          </p:nvPr>
        </p:nvSpPr>
        <p:spPr/>
        <p:txBody>
          <a:bodyPr/>
          <a:lstStyle/>
          <a:p>
            <a:fld id="{294A09A9-5501-47C1-A89A-A340965A2BE2}" type="slidenum">
              <a:rPr lang="en-US" smtClean="0"/>
              <a:pPr/>
              <a:t>15</a:t>
            </a:fld>
            <a:endParaRPr lang="en-US" dirty="0"/>
          </a:p>
        </p:txBody>
      </p:sp>
    </p:spTree>
    <p:extLst>
      <p:ext uri="{BB962C8B-B14F-4D97-AF65-F5344CB8AC3E}">
        <p14:creationId xmlns:p14="http://schemas.microsoft.com/office/powerpoint/2010/main" val="31940831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61B5B-040B-054D-1CEC-52F90FA26A6A}"/>
              </a:ext>
            </a:extLst>
          </p:cNvPr>
          <p:cNvSpPr>
            <a:spLocks noGrp="1"/>
          </p:cNvSpPr>
          <p:nvPr>
            <p:ph type="title"/>
          </p:nvPr>
        </p:nvSpPr>
        <p:spPr/>
        <p:txBody>
          <a:bodyPr/>
          <a:lstStyle/>
          <a:p>
            <a:r>
              <a:rPr lang="en-IN" dirty="0"/>
              <a:t>REFERENCE PAPERS</a:t>
            </a:r>
          </a:p>
        </p:txBody>
      </p:sp>
      <p:sp>
        <p:nvSpPr>
          <p:cNvPr id="3" name="Content Placeholder 2">
            <a:extLst>
              <a:ext uri="{FF2B5EF4-FFF2-40B4-BE49-F238E27FC236}">
                <a16:creationId xmlns:a16="http://schemas.microsoft.com/office/drawing/2014/main" id="{476161D2-F8BC-1CB5-E8E6-6ADA3B99C473}"/>
              </a:ext>
            </a:extLst>
          </p:cNvPr>
          <p:cNvSpPr>
            <a:spLocks noGrp="1"/>
          </p:cNvSpPr>
          <p:nvPr>
            <p:ph idx="1"/>
          </p:nvPr>
        </p:nvSpPr>
        <p:spPr>
          <a:xfrm>
            <a:off x="716132" y="2052961"/>
            <a:ext cx="10972800" cy="4572000"/>
          </a:xfrm>
        </p:spPr>
        <p:txBody>
          <a:bodyPr>
            <a:normAutofit/>
          </a:bodyPr>
          <a:lstStyle/>
          <a:p>
            <a:r>
              <a:rPr lang="en-IN" sz="2400" dirty="0" err="1">
                <a:latin typeface="Times New Roman" panose="02020603050405020304" pitchFamily="18" charset="0"/>
                <a:cs typeface="Times New Roman" panose="02020603050405020304" pitchFamily="18" charset="0"/>
              </a:rPr>
              <a:t>Champa</a:t>
            </a:r>
            <a:r>
              <a:rPr lang="en-IN" sz="2400" dirty="0">
                <a:latin typeface="Times New Roman" panose="02020603050405020304" pitchFamily="18" charset="0"/>
                <a:cs typeface="Times New Roman" panose="02020603050405020304" pitchFamily="18" charset="0"/>
              </a:rPr>
              <a:t>, H.N. and </a:t>
            </a:r>
            <a:r>
              <a:rPr lang="en-IN" sz="2400" dirty="0" err="1">
                <a:latin typeface="Times New Roman" panose="02020603050405020304" pitchFamily="18" charset="0"/>
                <a:cs typeface="Times New Roman" panose="02020603050405020304" pitchFamily="18" charset="0"/>
              </a:rPr>
              <a:t>Anandakumar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K.R,“Automated</a:t>
            </a:r>
            <a:r>
              <a:rPr lang="en-IN" sz="2400" dirty="0">
                <a:latin typeface="Times New Roman" panose="02020603050405020304" pitchFamily="18" charset="0"/>
                <a:cs typeface="Times New Roman" panose="02020603050405020304" pitchFamily="18" charset="0"/>
              </a:rPr>
              <a:t> human </a:t>
            </a:r>
            <a:r>
              <a:rPr lang="en-IN" sz="2400" dirty="0" err="1">
                <a:latin typeface="Times New Roman" panose="02020603050405020304" pitchFamily="18" charset="0"/>
                <a:cs typeface="Times New Roman" panose="02020603050405020304" pitchFamily="18" charset="0"/>
              </a:rPr>
              <a:t>behavior</a:t>
            </a:r>
            <a:r>
              <a:rPr lang="en-IN" sz="2400" dirty="0">
                <a:latin typeface="Times New Roman" panose="02020603050405020304" pitchFamily="18" charset="0"/>
                <a:cs typeface="Times New Roman" panose="02020603050405020304" pitchFamily="18" charset="0"/>
              </a:rPr>
              <a:t> prediction through handwriting analysis”, Integrated Intelligent Computing (ICIIC), 2010 First International Conference.</a:t>
            </a:r>
          </a:p>
          <a:p>
            <a:r>
              <a:rPr lang="en-US" sz="2400" dirty="0" err="1">
                <a:latin typeface="Times New Roman" panose="02020603050405020304" pitchFamily="18" charset="0"/>
                <a:cs typeface="Times New Roman" panose="02020603050405020304" pitchFamily="18" charset="0"/>
              </a:rPr>
              <a:t>Champa</a:t>
            </a:r>
            <a:r>
              <a:rPr lang="en-US" sz="2400" dirty="0">
                <a:latin typeface="Times New Roman" panose="02020603050405020304" pitchFamily="18" charset="0"/>
                <a:cs typeface="Times New Roman" panose="02020603050405020304" pitchFamily="18" charset="0"/>
              </a:rPr>
              <a:t> H N and Dr. K R </a:t>
            </a:r>
            <a:r>
              <a:rPr lang="en-US" sz="2400" dirty="0" err="1">
                <a:latin typeface="Times New Roman" panose="02020603050405020304" pitchFamily="18" charset="0"/>
                <a:cs typeface="Times New Roman" panose="02020603050405020304" pitchFamily="18" charset="0"/>
              </a:rPr>
              <a:t>AnandaKumar</a:t>
            </a:r>
            <a:r>
              <a:rPr lang="en-US" sz="2400" dirty="0">
                <a:latin typeface="Times New Roman" panose="02020603050405020304" pitchFamily="18" charset="0"/>
                <a:cs typeface="Times New Roman" panose="02020603050405020304" pitchFamily="18" charset="0"/>
              </a:rPr>
              <a:t>, “Artificial neural network for human behavior prediction through handwriting analysis”, International Journal of Computer Applications (0975 – 8887) Volume 2 – No.2, May 2010</a:t>
            </a:r>
          </a:p>
          <a:p>
            <a:r>
              <a:rPr lang="en-IN" sz="2400" dirty="0">
                <a:latin typeface="Times New Roman" panose="02020603050405020304" pitchFamily="18" charset="0"/>
                <a:cs typeface="Times New Roman" panose="02020603050405020304" pitchFamily="18" charset="0"/>
              </a:rPr>
              <a:t>G. </a:t>
            </a:r>
            <a:r>
              <a:rPr lang="en-IN" sz="2400" dirty="0" err="1">
                <a:latin typeface="Times New Roman" panose="02020603050405020304" pitchFamily="18" charset="0"/>
                <a:cs typeface="Times New Roman" panose="02020603050405020304" pitchFamily="18" charset="0"/>
              </a:rPr>
              <a:t>Sheikholeslami</a:t>
            </a:r>
            <a:r>
              <a:rPr lang="en-IN" sz="2400" dirty="0">
                <a:latin typeface="Times New Roman" panose="02020603050405020304" pitchFamily="18" charset="0"/>
                <a:cs typeface="Times New Roman" panose="02020603050405020304" pitchFamily="18" charset="0"/>
              </a:rPr>
              <a:t>, S. N. Srihari, V. </a:t>
            </a:r>
            <a:r>
              <a:rPr lang="en-IN" sz="2400" dirty="0" err="1">
                <a:latin typeface="Times New Roman" panose="02020603050405020304" pitchFamily="18" charset="0"/>
                <a:cs typeface="Times New Roman" panose="02020603050405020304" pitchFamily="18" charset="0"/>
              </a:rPr>
              <a:t>Govindaraju</a:t>
            </a:r>
            <a:r>
              <a:rPr lang="en-IN" sz="2400" dirty="0">
                <a:latin typeface="Times New Roman" panose="02020603050405020304" pitchFamily="18" charset="0"/>
                <a:cs typeface="Times New Roman" panose="02020603050405020304" pitchFamily="18" charset="0"/>
              </a:rPr>
              <a:t>, “COMPUTER AIDED GRAPHOLOGY”, </a:t>
            </a:r>
            <a:r>
              <a:rPr lang="en-IN" sz="2400" dirty="0" err="1">
                <a:latin typeface="Times New Roman" panose="02020603050405020304" pitchFamily="18" charset="0"/>
                <a:cs typeface="Times New Roman" panose="02020603050405020304" pitchFamily="18" charset="0"/>
              </a:rPr>
              <a:t>Center</a:t>
            </a:r>
            <a:r>
              <a:rPr lang="en-IN" sz="2400" dirty="0">
                <a:latin typeface="Times New Roman" panose="02020603050405020304" pitchFamily="18" charset="0"/>
                <a:cs typeface="Times New Roman" panose="02020603050405020304" pitchFamily="18" charset="0"/>
              </a:rPr>
              <a:t> of Excel </a:t>
            </a:r>
            <a:r>
              <a:rPr lang="en-IN" sz="2400" dirty="0" err="1">
                <a:latin typeface="Times New Roman" panose="02020603050405020304" pitchFamily="18" charset="0"/>
                <a:cs typeface="Times New Roman" panose="02020603050405020304" pitchFamily="18" charset="0"/>
              </a:rPr>
              <a:t>lence</a:t>
            </a:r>
            <a:r>
              <a:rPr lang="en-IN" sz="2400" dirty="0">
                <a:latin typeface="Times New Roman" panose="02020603050405020304" pitchFamily="18" charset="0"/>
                <a:cs typeface="Times New Roman" panose="02020603050405020304" pitchFamily="18" charset="0"/>
              </a:rPr>
              <a:t> for Document Analysis and </a:t>
            </a:r>
            <a:r>
              <a:rPr lang="en-IN" sz="2400" dirty="0" err="1">
                <a:latin typeface="Times New Roman" panose="02020603050405020304" pitchFamily="18" charset="0"/>
                <a:cs typeface="Times New Roman" panose="02020603050405020304" pitchFamily="18" charset="0"/>
              </a:rPr>
              <a:t>Recognition.Ding</a:t>
            </a:r>
            <a:r>
              <a:rPr lang="en-IN" sz="2400" dirty="0">
                <a:latin typeface="Times New Roman" panose="02020603050405020304" pitchFamily="18" charset="0"/>
                <a:cs typeface="Times New Roman" panose="02020603050405020304" pitchFamily="18" charset="0"/>
              </a:rPr>
              <a:t>, W. and </a:t>
            </a:r>
            <a:r>
              <a:rPr lang="en-IN" sz="2400" dirty="0" err="1">
                <a:latin typeface="Times New Roman" panose="02020603050405020304" pitchFamily="18" charset="0"/>
                <a:cs typeface="Times New Roman" panose="02020603050405020304" pitchFamily="18" charset="0"/>
              </a:rPr>
              <a:t>Marchionini</a:t>
            </a:r>
            <a:r>
              <a:rPr lang="en-IN" sz="2400" dirty="0">
                <a:latin typeface="Times New Roman" panose="02020603050405020304" pitchFamily="18" charset="0"/>
                <a:cs typeface="Times New Roman" panose="02020603050405020304" pitchFamily="18" charset="0"/>
              </a:rPr>
              <a:t>, G. 1995 A Study on Video Browsing Strategies. Technical Report. University of Maryland at College Park.</a:t>
            </a:r>
          </a:p>
        </p:txBody>
      </p:sp>
      <p:sp>
        <p:nvSpPr>
          <p:cNvPr id="5" name="Slide Number Placeholder 4">
            <a:extLst>
              <a:ext uri="{FF2B5EF4-FFF2-40B4-BE49-F238E27FC236}">
                <a16:creationId xmlns:a16="http://schemas.microsoft.com/office/drawing/2014/main" id="{CD6DE5DF-364F-4608-9776-D720F5A87637}"/>
              </a:ext>
            </a:extLst>
          </p:cNvPr>
          <p:cNvSpPr>
            <a:spLocks noGrp="1"/>
          </p:cNvSpPr>
          <p:nvPr>
            <p:ph type="sldNum" sz="quarter" idx="11"/>
          </p:nvPr>
        </p:nvSpPr>
        <p:spPr/>
        <p:txBody>
          <a:bodyPr/>
          <a:lstStyle/>
          <a:p>
            <a:fld id="{294A09A9-5501-47C1-A89A-A340965A2BE2}" type="slidenum">
              <a:rPr lang="en-US" smtClean="0"/>
              <a:pPr/>
              <a:t>16</a:t>
            </a:fld>
            <a:endParaRPr lang="en-US" dirty="0"/>
          </a:p>
        </p:txBody>
      </p:sp>
    </p:spTree>
    <p:extLst>
      <p:ext uri="{BB962C8B-B14F-4D97-AF65-F5344CB8AC3E}">
        <p14:creationId xmlns:p14="http://schemas.microsoft.com/office/powerpoint/2010/main" val="16384337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996C45-7830-4CEE-FA02-48F5E52AABFA}"/>
              </a:ext>
            </a:extLst>
          </p:cNvPr>
          <p:cNvSpPr>
            <a:spLocks noGrp="1"/>
          </p:cNvSpPr>
          <p:nvPr>
            <p:ph idx="1"/>
          </p:nvPr>
        </p:nvSpPr>
        <p:spPr>
          <a:xfrm>
            <a:off x="609600" y="674703"/>
            <a:ext cx="10972800" cy="5497497"/>
          </a:xfrm>
        </p:spPr>
        <p:txBody>
          <a:bodyPr>
            <a:normAutofit/>
          </a:bodyPr>
          <a:lstStyle/>
          <a:p>
            <a:r>
              <a:rPr lang="en-IN" sz="2400" dirty="0" err="1">
                <a:latin typeface="Times New Roman" panose="02020603050405020304" pitchFamily="18" charset="0"/>
                <a:cs typeface="Times New Roman" panose="02020603050405020304" pitchFamily="18" charset="0"/>
              </a:rPr>
              <a:t>Rashi</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Kacker</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Hima</a:t>
            </a:r>
            <a:r>
              <a:rPr lang="en-IN" sz="2400" dirty="0">
                <a:latin typeface="Times New Roman" panose="02020603050405020304" pitchFamily="18" charset="0"/>
                <a:cs typeface="Times New Roman" panose="02020603050405020304" pitchFamily="18" charset="0"/>
              </a:rPr>
              <a:t> Bindu </a:t>
            </a:r>
            <a:r>
              <a:rPr lang="en-IN" sz="2400" dirty="0" err="1">
                <a:latin typeface="Times New Roman" panose="02020603050405020304" pitchFamily="18" charset="0"/>
                <a:cs typeface="Times New Roman" panose="02020603050405020304" pitchFamily="18" charset="0"/>
              </a:rPr>
              <a:t>Maringanti</a:t>
            </a:r>
            <a:r>
              <a:rPr lang="en-IN" sz="2400" dirty="0">
                <a:latin typeface="Times New Roman" panose="02020603050405020304" pitchFamily="18" charset="0"/>
                <a:cs typeface="Times New Roman" panose="02020603050405020304" pitchFamily="18" charset="0"/>
              </a:rPr>
              <a:t>, “Personality analysis through handwriting”, GSTF Journal on Computing (</a:t>
            </a:r>
            <a:r>
              <a:rPr lang="en-IN" sz="2400" dirty="0" err="1">
                <a:latin typeface="Times New Roman" panose="02020603050405020304" pitchFamily="18" charset="0"/>
                <a:cs typeface="Times New Roman" panose="02020603050405020304" pitchFamily="18" charset="0"/>
              </a:rPr>
              <a:t>JoC</a:t>
            </a:r>
            <a:r>
              <a:rPr lang="en-IN" sz="2400" dirty="0">
                <a:latin typeface="Times New Roman" panose="02020603050405020304" pitchFamily="18" charset="0"/>
                <a:cs typeface="Times New Roman" panose="02020603050405020304" pitchFamily="18" charset="0"/>
              </a:rPr>
              <a:t>) Vol.2 No.1, April 2012. International Journal of Computer Applications (0975 – 8887) Volume 130 – No.15, November2015 45.</a:t>
            </a:r>
          </a:p>
          <a:p>
            <a:r>
              <a:rPr lang="en-US" sz="2400" dirty="0">
                <a:latin typeface="Times New Roman" panose="02020603050405020304" pitchFamily="18" charset="0"/>
                <a:cs typeface="Times New Roman" panose="02020603050405020304" pitchFamily="18" charset="0"/>
              </a:rPr>
              <a:t>H. </a:t>
            </a:r>
            <a:r>
              <a:rPr lang="en-US" sz="2400" dirty="0" err="1">
                <a:latin typeface="Times New Roman" panose="02020603050405020304" pitchFamily="18" charset="0"/>
                <a:cs typeface="Times New Roman" panose="02020603050405020304" pitchFamily="18" charset="0"/>
              </a:rPr>
              <a:t>Devi,“Thresholding</a:t>
            </a:r>
            <a:r>
              <a:rPr lang="en-US" sz="2400" dirty="0">
                <a:latin typeface="Times New Roman" panose="02020603050405020304" pitchFamily="18" charset="0"/>
                <a:cs typeface="Times New Roman" panose="02020603050405020304" pitchFamily="18" charset="0"/>
              </a:rPr>
              <a:t>: A Pixel-Level Image Processing Methodology Preprocessing Technique for an OCR System for the Brahmi Script”, Ancient Asia Journal Vol. 1, Dec 2006.</a:t>
            </a:r>
          </a:p>
          <a:p>
            <a:r>
              <a:rPr lang="en-IN" sz="2400" dirty="0" err="1">
                <a:latin typeface="Times New Roman" panose="02020603050405020304" pitchFamily="18" charset="0"/>
                <a:cs typeface="Times New Roman" panose="02020603050405020304" pitchFamily="18" charset="0"/>
              </a:rPr>
              <a:t>Sofianita</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Mutalib</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Shuzlina</a:t>
            </a:r>
            <a:r>
              <a:rPr lang="en-IN" sz="2400" dirty="0">
                <a:latin typeface="Times New Roman" panose="02020603050405020304" pitchFamily="18" charset="0"/>
                <a:cs typeface="Times New Roman" panose="02020603050405020304" pitchFamily="18" charset="0"/>
              </a:rPr>
              <a:t> Abdul Rahman, Marina Yusoff1, </a:t>
            </a:r>
            <a:r>
              <a:rPr lang="en-IN" sz="2400" dirty="0" err="1">
                <a:latin typeface="Times New Roman" panose="02020603050405020304" pitchFamily="18" charset="0"/>
                <a:cs typeface="Times New Roman" panose="02020603050405020304" pitchFamily="18" charset="0"/>
              </a:rPr>
              <a:t>Azlinah</a:t>
            </a:r>
            <a:r>
              <a:rPr lang="en-IN" sz="2400" dirty="0">
                <a:latin typeface="Times New Roman" panose="02020603050405020304" pitchFamily="18" charset="0"/>
                <a:cs typeface="Times New Roman" panose="02020603050405020304" pitchFamily="18" charset="0"/>
              </a:rPr>
              <a:t> Mohamed “Personality Analysis Based On Letter t Using Back Propagation Neural Network”, Proceedings of the International Conference on Electrical Engineering and Informatics </a:t>
            </a:r>
            <a:r>
              <a:rPr lang="en-IN" sz="2400" dirty="0" err="1">
                <a:latin typeface="Times New Roman" panose="02020603050405020304" pitchFamily="18" charset="0"/>
                <a:cs typeface="Times New Roman" panose="02020603050405020304" pitchFamily="18" charset="0"/>
              </a:rPr>
              <a:t>Institut</a:t>
            </a: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Teknologi</a:t>
            </a:r>
            <a:r>
              <a:rPr lang="en-IN" sz="2400" dirty="0">
                <a:latin typeface="Times New Roman" panose="02020603050405020304" pitchFamily="18" charset="0"/>
                <a:cs typeface="Times New Roman" panose="02020603050405020304" pitchFamily="18" charset="0"/>
              </a:rPr>
              <a:t> Bandung, Indonesia June 17-19, 2007.</a:t>
            </a:r>
          </a:p>
          <a:p>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C6D98A4-C272-65A1-C725-2B35680BA732}"/>
              </a:ext>
            </a:extLst>
          </p:cNvPr>
          <p:cNvSpPr>
            <a:spLocks noGrp="1"/>
          </p:cNvSpPr>
          <p:nvPr>
            <p:ph type="sldNum" sz="quarter" idx="11"/>
          </p:nvPr>
        </p:nvSpPr>
        <p:spPr/>
        <p:txBody>
          <a:bodyPr/>
          <a:lstStyle/>
          <a:p>
            <a:fld id="{294A09A9-5501-47C1-A89A-A340965A2BE2}" type="slidenum">
              <a:rPr lang="en-US" smtClean="0"/>
              <a:pPr/>
              <a:t>17</a:t>
            </a:fld>
            <a:endParaRPr lang="en-US" dirty="0"/>
          </a:p>
        </p:txBody>
      </p:sp>
    </p:spTree>
    <p:extLst>
      <p:ext uri="{BB962C8B-B14F-4D97-AF65-F5344CB8AC3E}">
        <p14:creationId xmlns:p14="http://schemas.microsoft.com/office/powerpoint/2010/main" val="2530386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CC2C08-54A9-7CAA-9732-158717C9852C}"/>
              </a:ext>
            </a:extLst>
          </p:cNvPr>
          <p:cNvSpPr>
            <a:spLocks noGrp="1"/>
          </p:cNvSpPr>
          <p:nvPr>
            <p:ph idx="1"/>
          </p:nvPr>
        </p:nvSpPr>
        <p:spPr>
          <a:xfrm>
            <a:off x="609600" y="488272"/>
            <a:ext cx="10972800" cy="5683928"/>
          </a:xfrm>
        </p:spPr>
        <p:txBody>
          <a:bodyPr/>
          <a:lstStyle/>
          <a:p>
            <a:r>
              <a:rPr lang="en-IN" dirty="0" err="1">
                <a:latin typeface="Times New Roman" panose="02020603050405020304" pitchFamily="18" charset="0"/>
                <a:cs typeface="Times New Roman" panose="02020603050405020304" pitchFamily="18" charset="0"/>
              </a:rPr>
              <a:t>Shitala</a:t>
            </a:r>
            <a:r>
              <a:rPr lang="en-IN" dirty="0">
                <a:latin typeface="Times New Roman" panose="02020603050405020304" pitchFamily="18" charset="0"/>
                <a:cs typeface="Times New Roman" panose="02020603050405020304" pitchFamily="18" charset="0"/>
              </a:rPr>
              <a:t> Prasad, Vivek Kumar Singh, </a:t>
            </a:r>
            <a:r>
              <a:rPr lang="en-IN" dirty="0" err="1">
                <a:latin typeface="Times New Roman" panose="02020603050405020304" pitchFamily="18" charset="0"/>
                <a:cs typeface="Times New Roman" panose="02020603050405020304" pitchFamily="18" charset="0"/>
              </a:rPr>
              <a:t>Akshay</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Sapre</a:t>
            </a:r>
            <a:r>
              <a:rPr lang="en-IN" dirty="0">
                <a:latin typeface="Times New Roman" panose="02020603050405020304" pitchFamily="18" charset="0"/>
                <a:cs typeface="Times New Roman" panose="02020603050405020304" pitchFamily="18" charset="0"/>
              </a:rPr>
              <a:t>,(2010) ”Handwriting Analysis based on Segmentation Method for Prediction of Human Personality using Support Vector Machine”, International Journal of Computer Applications (0975 – 8887) Volume 8– No.12, October 2010.</a:t>
            </a:r>
          </a:p>
          <a:p>
            <a:r>
              <a:rPr lang="en-IN" dirty="0">
                <a:latin typeface="Times New Roman" panose="02020603050405020304" pitchFamily="18" charset="0"/>
                <a:cs typeface="Times New Roman" panose="02020603050405020304" pitchFamily="18" charset="0"/>
              </a:rPr>
              <a:t>Sung-Hyuk Cha, </a:t>
            </a:r>
            <a:r>
              <a:rPr lang="en-IN" dirty="0" err="1">
                <a:latin typeface="Times New Roman" panose="02020603050405020304" pitchFamily="18" charset="0"/>
                <a:cs typeface="Times New Roman" panose="02020603050405020304" pitchFamily="18" charset="0"/>
              </a:rPr>
              <a:t>Sargur</a:t>
            </a:r>
            <a:r>
              <a:rPr lang="en-IN" dirty="0">
                <a:latin typeface="Times New Roman" panose="02020603050405020304" pitchFamily="18" charset="0"/>
                <a:cs typeface="Times New Roman" panose="02020603050405020304" pitchFamily="18" charset="0"/>
              </a:rPr>
              <a:t> N Srihari, ―</a:t>
            </a:r>
            <a:r>
              <a:rPr lang="en-IN" dirty="0" err="1">
                <a:latin typeface="Times New Roman" panose="02020603050405020304" pitchFamily="18" charset="0"/>
                <a:cs typeface="Times New Roman" panose="02020603050405020304" pitchFamily="18" charset="0"/>
              </a:rPr>
              <a:t>Apriori</a:t>
            </a:r>
            <a:r>
              <a:rPr lang="en-IN" dirty="0">
                <a:latin typeface="Times New Roman" panose="02020603050405020304" pitchFamily="18" charset="0"/>
                <a:cs typeface="Times New Roman" panose="02020603050405020304" pitchFamily="18" charset="0"/>
              </a:rPr>
              <a:t> Algorithm for Sub-category Classification Analysis of handwriting”, Proceedings of the Sixth International Conference on Document Analysis and Recognition, 2001, pp. 1022-1025.</a:t>
            </a: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AF24FB6-578E-B2EA-B342-49D3484ACB6C}"/>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87A071A-D0A6-1FE9-CF01-9562EEE9D006}"/>
              </a:ext>
            </a:extLst>
          </p:cNvPr>
          <p:cNvSpPr>
            <a:spLocks noGrp="1"/>
          </p:cNvSpPr>
          <p:nvPr>
            <p:ph type="sldNum" sz="quarter" idx="11"/>
          </p:nvPr>
        </p:nvSpPr>
        <p:spPr/>
        <p:txBody>
          <a:bodyPr/>
          <a:lstStyle/>
          <a:p>
            <a:fld id="{294A09A9-5501-47C1-A89A-A340965A2BE2}" type="slidenum">
              <a:rPr lang="en-US" smtClean="0"/>
              <a:pPr/>
              <a:t>18</a:t>
            </a:fld>
            <a:endParaRPr lang="en-US" dirty="0"/>
          </a:p>
        </p:txBody>
      </p:sp>
    </p:spTree>
    <p:extLst>
      <p:ext uri="{BB962C8B-B14F-4D97-AF65-F5344CB8AC3E}">
        <p14:creationId xmlns:p14="http://schemas.microsoft.com/office/powerpoint/2010/main" val="3238640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56B7E-1633-44AB-8584-82DF5B726834}"/>
              </a:ext>
            </a:extLst>
          </p:cNvPr>
          <p:cNvSpPr>
            <a:spLocks noGrp="1"/>
          </p:cNvSpPr>
          <p:nvPr>
            <p:ph type="title"/>
          </p:nvPr>
        </p:nvSpPr>
        <p:spPr/>
        <p:txBody>
          <a:bodyPr/>
          <a:lstStyle/>
          <a:p>
            <a:r>
              <a:rPr lang="en-US" dirty="0"/>
              <a:t>MODULES</a:t>
            </a:r>
          </a:p>
        </p:txBody>
      </p:sp>
      <p:sp>
        <p:nvSpPr>
          <p:cNvPr id="26" name="Text Placeholder 25">
            <a:extLst>
              <a:ext uri="{FF2B5EF4-FFF2-40B4-BE49-F238E27FC236}">
                <a16:creationId xmlns:a16="http://schemas.microsoft.com/office/drawing/2014/main" id="{FAA80863-7DDD-E33E-7C2A-C806622CEF7D}"/>
              </a:ext>
            </a:extLst>
          </p:cNvPr>
          <p:cNvSpPr>
            <a:spLocks noGrp="1"/>
          </p:cNvSpPr>
          <p:nvPr>
            <p:ph type="body" sz="quarter" idx="13"/>
          </p:nvPr>
        </p:nvSpPr>
        <p:spPr/>
        <p:txBody>
          <a:bodyPr/>
          <a:lstStyle/>
          <a:p>
            <a:r>
              <a:rPr lang="en-US" dirty="0"/>
              <a:t>M</a:t>
            </a:r>
          </a:p>
        </p:txBody>
      </p:sp>
      <p:pic>
        <p:nvPicPr>
          <p:cNvPr id="10" name="Picture 9" descr="Floral leaf accent">
            <a:extLst>
              <a:ext uri="{FF2B5EF4-FFF2-40B4-BE49-F238E27FC236}">
                <a16:creationId xmlns:a16="http://schemas.microsoft.com/office/drawing/2014/main" id="{1CABBF9A-AC19-48D9-D218-D09928CE166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flipH="1">
            <a:off x="990394" y="3301247"/>
            <a:ext cx="1250823" cy="794641"/>
          </a:xfrm>
          <a:prstGeom prst="rect">
            <a:avLst/>
          </a:prstGeom>
        </p:spPr>
      </p:pic>
      <p:sp>
        <p:nvSpPr>
          <p:cNvPr id="3" name="Text Placeholder 2">
            <a:extLst>
              <a:ext uri="{FF2B5EF4-FFF2-40B4-BE49-F238E27FC236}">
                <a16:creationId xmlns:a16="http://schemas.microsoft.com/office/drawing/2014/main" id="{EFB90AB4-D228-4548-B072-726498212362}"/>
              </a:ext>
            </a:extLst>
          </p:cNvPr>
          <p:cNvSpPr>
            <a:spLocks noGrp="1"/>
          </p:cNvSpPr>
          <p:nvPr>
            <p:ph type="body" idx="1"/>
          </p:nvPr>
        </p:nvSpPr>
        <p:spPr>
          <a:xfrm>
            <a:off x="6291072" y="2322576"/>
            <a:ext cx="5065776" cy="2959638"/>
          </a:xfrm>
        </p:spPr>
        <p:txBody>
          <a:bodyPr>
            <a:normAutofit/>
          </a:bodyPr>
          <a:lstStyle/>
          <a:p>
            <a:pPr marL="457200" indent="-457200">
              <a:buFont typeface="Arial" panose="020B0604020202020204" pitchFamily="34" charset="0"/>
              <a:buChar char="•"/>
            </a:pPr>
            <a:r>
              <a:rPr lang="en-IN" sz="2800" dirty="0">
                <a:latin typeface="+mn-lt"/>
              </a:rPr>
              <a:t>Pre-processing</a:t>
            </a:r>
          </a:p>
          <a:p>
            <a:pPr marL="457200" indent="-457200">
              <a:buFont typeface="Arial" panose="020B0604020202020204" pitchFamily="34" charset="0"/>
              <a:buChar char="•"/>
            </a:pPr>
            <a:r>
              <a:rPr lang="en-IN" sz="2800" dirty="0">
                <a:latin typeface="+mn-lt"/>
              </a:rPr>
              <a:t>Optical Character Recognition (OCR)</a:t>
            </a:r>
          </a:p>
          <a:p>
            <a:pPr marL="457200" indent="-457200">
              <a:buFont typeface="Arial" panose="020B0604020202020204" pitchFamily="34" charset="0"/>
              <a:buChar char="•"/>
            </a:pPr>
            <a:r>
              <a:rPr lang="en-IN" sz="2800" dirty="0">
                <a:latin typeface="+mn-lt"/>
              </a:rPr>
              <a:t> Convolution Neural Network </a:t>
            </a:r>
          </a:p>
          <a:p>
            <a:pPr marL="457200" indent="-457200">
              <a:buFont typeface="Arial" panose="020B0604020202020204" pitchFamily="34" charset="0"/>
              <a:buChar char="•"/>
            </a:pPr>
            <a:r>
              <a:rPr lang="en-IN" sz="2800" dirty="0">
                <a:latin typeface="+mn-lt"/>
              </a:rPr>
              <a:t> Symbol Matching</a:t>
            </a:r>
          </a:p>
          <a:p>
            <a:pPr marL="457200" indent="-457200">
              <a:buFont typeface="Arial" panose="020B0604020202020204" pitchFamily="34" charset="0"/>
              <a:buChar char="•"/>
            </a:pPr>
            <a:r>
              <a:rPr lang="en-IN" sz="2800" dirty="0">
                <a:latin typeface="+mn-lt"/>
              </a:rPr>
              <a:t> Website Frontend</a:t>
            </a:r>
            <a:endParaRPr lang="en-US" sz="2800" dirty="0">
              <a:latin typeface="+mn-lt"/>
            </a:endParaRPr>
          </a:p>
        </p:txBody>
      </p:sp>
      <p:sp>
        <p:nvSpPr>
          <p:cNvPr id="9" name="Slide Number Placeholder 7">
            <a:extLst>
              <a:ext uri="{FF2B5EF4-FFF2-40B4-BE49-F238E27FC236}">
                <a16:creationId xmlns:a16="http://schemas.microsoft.com/office/drawing/2014/main" id="{FEDDE84F-33A7-1FC6-0912-6F42974F3C31}"/>
              </a:ext>
            </a:extLst>
          </p:cNvPr>
          <p:cNvSpPr>
            <a:spLocks noGrp="1"/>
          </p:cNvSpPr>
          <p:nvPr>
            <p:ph type="sldNum" sz="quarter" idx="12"/>
          </p:nvPr>
        </p:nvSpPr>
        <p:spPr/>
        <p:txBody>
          <a:bodyPr/>
          <a:lstStyle/>
          <a:p>
            <a:fld id="{294A09A9-5501-47C1-A89A-A340965A2BE2}" type="slidenum">
              <a:rPr lang="en-US" smtClean="0"/>
              <a:pPr/>
              <a:t>19</a:t>
            </a:fld>
            <a:endParaRPr lang="en-US" dirty="0"/>
          </a:p>
        </p:txBody>
      </p:sp>
    </p:spTree>
    <p:extLst>
      <p:ext uri="{BB962C8B-B14F-4D97-AF65-F5344CB8AC3E}">
        <p14:creationId xmlns:p14="http://schemas.microsoft.com/office/powerpoint/2010/main" val="2985610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EB5DC-8C2B-5750-6E12-9A35C0FFBA00}"/>
              </a:ext>
            </a:extLst>
          </p:cNvPr>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2790251853"/>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BB2F3B-6257-41BB-8B64-5AC7494F27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614EFF02-EA18-493C-972D-813DB244C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CE2AAA-C718-435C-B4E6-95A08ACAC44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{E797F441-6E32-4E65-99B9-E506DF8A520E}tf56410444_win32</Template>
  <TotalTime>540</TotalTime>
  <Words>1990</Words>
  <Application>Microsoft Office PowerPoint</Application>
  <PresentationFormat>Widescreen</PresentationFormat>
  <Paragraphs>152</Paragraphs>
  <Slides>20</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Baskerville</vt:lpstr>
      <vt:lpstr>Baskerville Old Face</vt:lpstr>
      <vt:lpstr>Calibri</vt:lpstr>
      <vt:lpstr>Gill Sans Light</vt:lpstr>
      <vt:lpstr>Gill Sans Nova</vt:lpstr>
      <vt:lpstr>Gill Sans Nova Light</vt:lpstr>
      <vt:lpstr>Times New Roman</vt:lpstr>
      <vt:lpstr>Office Theme</vt:lpstr>
      <vt:lpstr>HANDWRITING ANALYSIS USING GRAPHOLOGY AND MACHINE LEARNING</vt:lpstr>
      <vt:lpstr>Agenda</vt:lpstr>
      <vt:lpstr>PowerPoint Presentation</vt:lpstr>
      <vt:lpstr>AIM </vt:lpstr>
      <vt:lpstr>ABSTRACT</vt:lpstr>
      <vt:lpstr>NEED </vt:lpstr>
      <vt:lpstr>LITERATURE SURVEY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 PAPERS</vt:lpstr>
      <vt:lpstr>PowerPoint Presentation</vt:lpstr>
      <vt:lpstr>PowerPoint Presentation</vt:lpstr>
      <vt:lpstr>MODULES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HANDWRITING ANALYSIS USING GRAPHOLOGY AND MACHINE LEARNING</dc:title>
  <dc:creator>SAI GAYATHRI REDDY BHIMIREDDY</dc:creator>
  <cp:lastModifiedBy>SAI GAYATHRI REDDY BHIMIREDDY</cp:lastModifiedBy>
  <cp:revision>1</cp:revision>
  <dcterms:created xsi:type="dcterms:W3CDTF">2022-08-25T04:31:06Z</dcterms:created>
  <dcterms:modified xsi:type="dcterms:W3CDTF">2022-08-26T13:31:42Z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
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94" r:id="rId3"/>
    <p:sldId id="257" r:id="rId4"/>
    <p:sldId id="317" r:id="rId5"/>
    <p:sldId id="296" r:id="rId6"/>
    <p:sldId id="310" r:id="rId7"/>
    <p:sldId id="311" r:id="rId8"/>
    <p:sldId id="293" r:id="rId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7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GAYATHRI REDDY BHIMIREDDY" userId="db39b55f2a5aaf98" providerId="LiveId" clId="{8F4F3577-A03D-4128-B6D4-FE93779F88E8}"/>
    <pc:docChg chg="undo custSel addSld delSld modSld">
      <pc:chgData name="SAI GAYATHRI REDDY BHIMIREDDY" userId="db39b55f2a5aaf98" providerId="LiveId" clId="{8F4F3577-A03D-4128-B6D4-FE93779F88E8}" dt="2022-11-01T15:49:38.836" v="379" actId="1076"/>
      <pc:docMkLst>
        <pc:docMk/>
      </pc:docMkLst>
      <pc:sldChg chg="addSp delSp modSp add del mod">
        <pc:chgData name="SAI GAYATHRI REDDY BHIMIREDDY" userId="db39b55f2a5aaf98" providerId="LiveId" clId="{8F4F3577-A03D-4128-B6D4-FE93779F88E8}" dt="2022-11-01T15:42:12.816" v="203" actId="14100"/>
        <pc:sldMkLst>
          <pc:docMk/>
          <pc:sldMk cId="0" sldId="257"/>
        </pc:sldMkLst>
        <pc:spChg chg="add del mod">
          <ac:chgData name="SAI GAYATHRI REDDY BHIMIREDDY" userId="db39b55f2a5aaf98" providerId="LiveId" clId="{8F4F3577-A03D-4128-B6D4-FE93779F88E8}" dt="2022-11-01T15:41:42.268" v="199"/>
          <ac:spMkLst>
            <pc:docMk/>
            <pc:sldMk cId="0" sldId="257"/>
            <ac:spMk id="2" creationId="{84F5A35A-69A9-9F7D-A08C-22C3523C078C}"/>
          </ac:spMkLst>
        </pc:spChg>
        <pc:spChg chg="add mod">
          <ac:chgData name="SAI GAYATHRI REDDY BHIMIREDDY" userId="db39b55f2a5aaf98" providerId="LiveId" clId="{8F4F3577-A03D-4128-B6D4-FE93779F88E8}" dt="2022-11-01T15:42:12.816" v="203" actId="14100"/>
          <ac:spMkLst>
            <pc:docMk/>
            <pc:sldMk cId="0" sldId="257"/>
            <ac:spMk id="4" creationId="{57A6E5D6-0169-0211-45C1-F6E5814F9EF9}"/>
          </ac:spMkLst>
        </pc:spChg>
        <pc:spChg chg="mod">
          <ac:chgData name="SAI GAYATHRI REDDY BHIMIREDDY" userId="db39b55f2a5aaf98" providerId="LiveId" clId="{8F4F3577-A03D-4128-B6D4-FE93779F88E8}" dt="2022-11-01T15:38:59.594" v="132" actId="20577"/>
          <ac:spMkLst>
            <pc:docMk/>
            <pc:sldMk cId="0" sldId="257"/>
            <ac:spMk id="141" creationId="{00000000-0000-0000-0000-000000000000}"/>
          </ac:spMkLst>
        </pc:spChg>
        <pc:spChg chg="del">
          <ac:chgData name="SAI GAYATHRI REDDY BHIMIREDDY" userId="db39b55f2a5aaf98" providerId="LiveId" clId="{8F4F3577-A03D-4128-B6D4-FE93779F88E8}" dt="2022-11-01T15:38:42.428" v="75" actId="478"/>
          <ac:spMkLst>
            <pc:docMk/>
            <pc:sldMk cId="0" sldId="257"/>
            <ac:spMk id="144" creationId="{00000000-0000-0000-0000-000000000000}"/>
          </ac:spMkLst>
        </pc:spChg>
      </pc:sldChg>
      <pc:sldChg chg="del">
        <pc:chgData name="SAI GAYATHRI REDDY BHIMIREDDY" userId="db39b55f2a5aaf98" providerId="LiveId" clId="{8F4F3577-A03D-4128-B6D4-FE93779F88E8}" dt="2022-11-01T15:40:31.657" v="134" actId="47"/>
        <pc:sldMkLst>
          <pc:docMk/>
          <pc:sldMk cId="0" sldId="259"/>
        </pc:sldMkLst>
      </pc:sldChg>
      <pc:sldChg chg="add del">
        <pc:chgData name="SAI GAYATHRI REDDY BHIMIREDDY" userId="db39b55f2a5aaf98" providerId="LiveId" clId="{8F4F3577-A03D-4128-B6D4-FE93779F88E8}" dt="2022-11-01T15:41:02.098" v="179" actId="47"/>
        <pc:sldMkLst>
          <pc:docMk/>
          <pc:sldMk cId="0" sldId="264"/>
        </pc:sldMkLst>
      </pc:sldChg>
      <pc:sldChg chg="del">
        <pc:chgData name="SAI GAYATHRI REDDY BHIMIREDDY" userId="db39b55f2a5aaf98" providerId="LiveId" clId="{8F4F3577-A03D-4128-B6D4-FE93779F88E8}" dt="2022-11-01T15:40:32.635" v="138" actId="47"/>
        <pc:sldMkLst>
          <pc:docMk/>
          <pc:sldMk cId="918418832" sldId="270"/>
        </pc:sldMkLst>
      </pc:sldChg>
      <pc:sldChg chg="del">
        <pc:chgData name="SAI GAYATHRI REDDY BHIMIREDDY" userId="db39b55f2a5aaf98" providerId="LiveId" clId="{8F4F3577-A03D-4128-B6D4-FE93779F88E8}" dt="2022-11-01T15:40:33.321" v="141" actId="47"/>
        <pc:sldMkLst>
          <pc:docMk/>
          <pc:sldMk cId="664129343" sldId="271"/>
        </pc:sldMkLst>
      </pc:sldChg>
      <pc:sldChg chg="add del">
        <pc:chgData name="SAI GAYATHRI REDDY BHIMIREDDY" userId="db39b55f2a5aaf98" providerId="LiveId" clId="{8F4F3577-A03D-4128-B6D4-FE93779F88E8}" dt="2022-11-01T15:41:00.852" v="178" actId="47"/>
        <pc:sldMkLst>
          <pc:docMk/>
          <pc:sldMk cId="3207744249" sldId="284"/>
        </pc:sldMkLst>
      </pc:sldChg>
      <pc:sldChg chg="del">
        <pc:chgData name="SAI GAYATHRI REDDY BHIMIREDDY" userId="db39b55f2a5aaf98" providerId="LiveId" clId="{8F4F3577-A03D-4128-B6D4-FE93779F88E8}" dt="2022-11-01T15:40:32.854" v="139" actId="47"/>
        <pc:sldMkLst>
          <pc:docMk/>
          <pc:sldMk cId="2416529429" sldId="287"/>
        </pc:sldMkLst>
      </pc:sldChg>
      <pc:sldChg chg="del">
        <pc:chgData name="SAI GAYATHRI REDDY BHIMIREDDY" userId="db39b55f2a5aaf98" providerId="LiveId" clId="{8F4F3577-A03D-4128-B6D4-FE93779F88E8}" dt="2022-11-01T15:40:33.087" v="140" actId="47"/>
        <pc:sldMkLst>
          <pc:docMk/>
          <pc:sldMk cId="848068069" sldId="289"/>
        </pc:sldMkLst>
      </pc:sldChg>
      <pc:sldChg chg="add del">
        <pc:chgData name="SAI GAYATHRI REDDY BHIMIREDDY" userId="db39b55f2a5aaf98" providerId="LiveId" clId="{8F4F3577-A03D-4128-B6D4-FE93779F88E8}" dt="2022-11-01T15:40:43.074" v="167" actId="47"/>
        <pc:sldMkLst>
          <pc:docMk/>
          <pc:sldMk cId="2290172774" sldId="293"/>
        </pc:sldMkLst>
      </pc:sldChg>
      <pc:sldChg chg="addSp modSp add del mod">
        <pc:chgData name="SAI GAYATHRI REDDY BHIMIREDDY" userId="db39b55f2a5aaf98" providerId="LiveId" clId="{8F4F3577-A03D-4128-B6D4-FE93779F88E8}" dt="2022-11-01T15:49:38.836" v="379" actId="1076"/>
        <pc:sldMkLst>
          <pc:docMk/>
          <pc:sldMk cId="0" sldId="294"/>
        </pc:sldMkLst>
        <pc:spChg chg="mod">
          <ac:chgData name="SAI GAYATHRI REDDY BHIMIREDDY" userId="db39b55f2a5aaf98" providerId="LiveId" clId="{8F4F3577-A03D-4128-B6D4-FE93779F88E8}" dt="2022-11-01T15:49:34.323" v="377" actId="14100"/>
          <ac:spMkLst>
            <pc:docMk/>
            <pc:sldMk cId="0" sldId="294"/>
            <ac:spMk id="2" creationId="{00000000-0000-0000-0000-000000000000}"/>
          </ac:spMkLst>
        </pc:spChg>
        <pc:spChg chg="add mod">
          <ac:chgData name="SAI GAYATHRI REDDY BHIMIREDDY" userId="db39b55f2a5aaf98" providerId="LiveId" clId="{8F4F3577-A03D-4128-B6D4-FE93779F88E8}" dt="2022-11-01T15:49:38.836" v="379" actId="1076"/>
          <ac:spMkLst>
            <pc:docMk/>
            <pc:sldMk cId="0" sldId="294"/>
            <ac:spMk id="4" creationId="{3FA37176-499C-EB17-A6F8-4E561F077753}"/>
          </ac:spMkLst>
        </pc:spChg>
      </pc:sldChg>
      <pc:sldChg chg="del">
        <pc:chgData name="SAI GAYATHRI REDDY BHIMIREDDY" userId="db39b55f2a5aaf98" providerId="LiveId" clId="{8F4F3577-A03D-4128-B6D4-FE93779F88E8}" dt="2022-11-01T15:40:33.754" v="143" actId="47"/>
        <pc:sldMkLst>
          <pc:docMk/>
          <pc:sldMk cId="0" sldId="295"/>
        </pc:sldMkLst>
      </pc:sldChg>
      <pc:sldChg chg="add del">
        <pc:chgData name="SAI GAYATHRI REDDY BHIMIREDDY" userId="db39b55f2a5aaf98" providerId="LiveId" clId="{8F4F3577-A03D-4128-B6D4-FE93779F88E8}" dt="2022-11-01T15:40:47.672" v="174" actId="47"/>
        <pc:sldMkLst>
          <pc:docMk/>
          <pc:sldMk cId="0" sldId="296"/>
        </pc:sldMkLst>
      </pc:sldChg>
      <pc:sldChg chg="add del">
        <pc:chgData name="SAI GAYATHRI REDDY BHIMIREDDY" userId="db39b55f2a5aaf98" providerId="LiveId" clId="{8F4F3577-A03D-4128-B6D4-FE93779F88E8}" dt="2022-11-01T15:40:59.853" v="177" actId="47"/>
        <pc:sldMkLst>
          <pc:docMk/>
          <pc:sldMk cId="0" sldId="297"/>
        </pc:sldMkLst>
      </pc:sldChg>
      <pc:sldChg chg="del">
        <pc:chgData name="SAI GAYATHRI REDDY BHIMIREDDY" userId="db39b55f2a5aaf98" providerId="LiveId" clId="{8F4F3577-A03D-4128-B6D4-FE93779F88E8}" dt="2022-11-01T15:40:34.001" v="144" actId="47"/>
        <pc:sldMkLst>
          <pc:docMk/>
          <pc:sldMk cId="1547283878" sldId="298"/>
        </pc:sldMkLst>
      </pc:sldChg>
      <pc:sldChg chg="del">
        <pc:chgData name="SAI GAYATHRI REDDY BHIMIREDDY" userId="db39b55f2a5aaf98" providerId="LiveId" clId="{8F4F3577-A03D-4128-B6D4-FE93779F88E8}" dt="2022-11-01T15:40:34.215" v="145" actId="47"/>
        <pc:sldMkLst>
          <pc:docMk/>
          <pc:sldMk cId="82682538" sldId="299"/>
        </pc:sldMkLst>
      </pc:sldChg>
      <pc:sldChg chg="del">
        <pc:chgData name="SAI GAYATHRI REDDY BHIMIREDDY" userId="db39b55f2a5aaf98" providerId="LiveId" clId="{8F4F3577-A03D-4128-B6D4-FE93779F88E8}" dt="2022-11-01T15:40:34.423" v="146" actId="47"/>
        <pc:sldMkLst>
          <pc:docMk/>
          <pc:sldMk cId="26240632" sldId="301"/>
        </pc:sldMkLst>
      </pc:sldChg>
      <pc:sldChg chg="del">
        <pc:chgData name="SAI GAYATHRI REDDY BHIMIREDDY" userId="db39b55f2a5aaf98" providerId="LiveId" clId="{8F4F3577-A03D-4128-B6D4-FE93779F88E8}" dt="2022-11-01T15:40:34.919" v="148" actId="47"/>
        <pc:sldMkLst>
          <pc:docMk/>
          <pc:sldMk cId="484121119" sldId="302"/>
        </pc:sldMkLst>
      </pc:sldChg>
      <pc:sldChg chg="del">
        <pc:chgData name="SAI GAYATHRI REDDY BHIMIREDDY" userId="db39b55f2a5aaf98" providerId="LiveId" clId="{8F4F3577-A03D-4128-B6D4-FE93779F88E8}" dt="2022-11-01T15:40:33.534" v="142" actId="47"/>
        <pc:sldMkLst>
          <pc:docMk/>
          <pc:sldMk cId="2517833175" sldId="304"/>
        </pc:sldMkLst>
      </pc:sldChg>
      <pc:sldChg chg="del">
        <pc:chgData name="SAI GAYATHRI REDDY BHIMIREDDY" userId="db39b55f2a5aaf98" providerId="LiveId" clId="{8F4F3577-A03D-4128-B6D4-FE93779F88E8}" dt="2022-11-01T15:40:35.149" v="149" actId="47"/>
        <pc:sldMkLst>
          <pc:docMk/>
          <pc:sldMk cId="2998028119" sldId="305"/>
        </pc:sldMkLst>
      </pc:sldChg>
      <pc:sldChg chg="del">
        <pc:chgData name="SAI GAYATHRI REDDY BHIMIREDDY" userId="db39b55f2a5aaf98" providerId="LiveId" clId="{8F4F3577-A03D-4128-B6D4-FE93779F88E8}" dt="2022-11-01T15:40:35.411" v="150" actId="47"/>
        <pc:sldMkLst>
          <pc:docMk/>
          <pc:sldMk cId="2624860434" sldId="307"/>
        </pc:sldMkLst>
      </pc:sldChg>
      <pc:sldChg chg="del">
        <pc:chgData name="SAI GAYATHRI REDDY BHIMIREDDY" userId="db39b55f2a5aaf98" providerId="LiveId" clId="{8F4F3577-A03D-4128-B6D4-FE93779F88E8}" dt="2022-11-01T15:40:35.645" v="151" actId="47"/>
        <pc:sldMkLst>
          <pc:docMk/>
          <pc:sldMk cId="2887750799" sldId="308"/>
        </pc:sldMkLst>
      </pc:sldChg>
      <pc:sldChg chg="add del">
        <pc:chgData name="SAI GAYATHRI REDDY BHIMIREDDY" userId="db39b55f2a5aaf98" providerId="LiveId" clId="{8F4F3577-A03D-4128-B6D4-FE93779F88E8}" dt="2022-11-01T15:40:53.022" v="176" actId="47"/>
        <pc:sldMkLst>
          <pc:docMk/>
          <pc:sldMk cId="3255159128" sldId="309"/>
        </pc:sldMkLst>
      </pc:sldChg>
      <pc:sldChg chg="add del">
        <pc:chgData name="SAI GAYATHRI REDDY BHIMIREDDY" userId="db39b55f2a5aaf98" providerId="LiveId" clId="{8F4F3577-A03D-4128-B6D4-FE93779F88E8}" dt="2022-11-01T15:40:47.182" v="173" actId="47"/>
        <pc:sldMkLst>
          <pc:docMk/>
          <pc:sldMk cId="3385370214" sldId="310"/>
        </pc:sldMkLst>
      </pc:sldChg>
      <pc:sldChg chg="add del">
        <pc:chgData name="SAI GAYATHRI REDDY BHIMIREDDY" userId="db39b55f2a5aaf98" providerId="LiveId" clId="{8F4F3577-A03D-4128-B6D4-FE93779F88E8}" dt="2022-11-01T15:40:46.624" v="172" actId="47"/>
        <pc:sldMkLst>
          <pc:docMk/>
          <pc:sldMk cId="2292149686" sldId="311"/>
        </pc:sldMkLst>
      </pc:sldChg>
      <pc:sldChg chg="del">
        <pc:chgData name="SAI GAYATHRI REDDY BHIMIREDDY" userId="db39b55f2a5aaf98" providerId="LiveId" clId="{8F4F3577-A03D-4128-B6D4-FE93779F88E8}" dt="2022-11-01T15:40:31.940" v="135" actId="47"/>
        <pc:sldMkLst>
          <pc:docMk/>
          <pc:sldMk cId="307130458" sldId="312"/>
        </pc:sldMkLst>
      </pc:sldChg>
      <pc:sldChg chg="del">
        <pc:chgData name="SAI GAYATHRI REDDY BHIMIREDDY" userId="db39b55f2a5aaf98" providerId="LiveId" clId="{8F4F3577-A03D-4128-B6D4-FE93779F88E8}" dt="2022-11-01T15:40:32.190" v="136" actId="47"/>
        <pc:sldMkLst>
          <pc:docMk/>
          <pc:sldMk cId="2186034116" sldId="313"/>
        </pc:sldMkLst>
      </pc:sldChg>
      <pc:sldChg chg="del">
        <pc:chgData name="SAI GAYATHRI REDDY BHIMIREDDY" userId="db39b55f2a5aaf98" providerId="LiveId" clId="{8F4F3577-A03D-4128-B6D4-FE93779F88E8}" dt="2022-11-01T15:40:32.422" v="137" actId="47"/>
        <pc:sldMkLst>
          <pc:docMk/>
          <pc:sldMk cId="2146547762" sldId="314"/>
        </pc:sldMkLst>
      </pc:sldChg>
      <pc:sldChg chg="add del">
        <pc:chgData name="SAI GAYATHRI REDDY BHIMIREDDY" userId="db39b55f2a5aaf98" providerId="LiveId" clId="{8F4F3577-A03D-4128-B6D4-FE93779F88E8}" dt="2022-11-01T15:41:02.798" v="180" actId="47"/>
        <pc:sldMkLst>
          <pc:docMk/>
          <pc:sldMk cId="1118689201" sldId="315"/>
        </pc:sldMkLst>
      </pc:sldChg>
      <pc:sldChg chg="del">
        <pc:chgData name="SAI GAYATHRI REDDY BHIMIREDDY" userId="db39b55f2a5aaf98" providerId="LiveId" clId="{8F4F3577-A03D-4128-B6D4-FE93779F88E8}" dt="2022-11-01T15:40:34.715" v="147" actId="47"/>
        <pc:sldMkLst>
          <pc:docMk/>
          <pc:sldMk cId="608599325" sldId="316"/>
        </pc:sldMkLst>
      </pc:sldChg>
      <pc:sldChg chg="addSp modSp new add del mod">
        <pc:chgData name="SAI GAYATHRI REDDY BHIMIREDDY" userId="db39b55f2a5aaf98" providerId="LiveId" clId="{8F4F3577-A03D-4128-B6D4-FE93779F88E8}" dt="2022-11-01T15:49:06.127" v="376" actId="1076"/>
        <pc:sldMkLst>
          <pc:docMk/>
          <pc:sldMk cId="36851155" sldId="317"/>
        </pc:sldMkLst>
        <pc:spChg chg="mod">
          <ac:chgData name="SAI GAYATHRI REDDY BHIMIREDDY" userId="db39b55f2a5aaf98" providerId="LiveId" clId="{8F4F3577-A03D-4128-B6D4-FE93779F88E8}" dt="2022-11-01T15:41:21.616" v="196" actId="1076"/>
          <ac:spMkLst>
            <pc:docMk/>
            <pc:sldMk cId="36851155" sldId="317"/>
            <ac:spMk id="2" creationId="{04FB8E96-F55D-AF78-9B0A-BF3380D5F338}"/>
          </ac:spMkLst>
        </pc:spChg>
        <pc:spChg chg="add mod">
          <ac:chgData name="SAI GAYATHRI REDDY BHIMIREDDY" userId="db39b55f2a5aaf98" providerId="LiveId" clId="{8F4F3577-A03D-4128-B6D4-FE93779F88E8}" dt="2022-11-01T15:49:06.127" v="376" actId="1076"/>
          <ac:spMkLst>
            <pc:docMk/>
            <pc:sldMk cId="36851155" sldId="317"/>
            <ac:spMk id="4" creationId="{9E55364E-949E-9E04-C28E-2E9373389AA7}"/>
          </ac:spMkLst>
        </pc:spChg>
      </pc:sldChg>
    </pc:docChg>
  </pc:docChgLst>
  <pc:docChgLst>
    <pc:chgData name="SAI GAYATHRI REDDY BHIMIREDDY" userId="db39b55f2a5aaf98" providerId="LiveId" clId="{66D03B86-2E07-45AE-B797-7F57626C1B4C}"/>
    <pc:docChg chg="undo custSel addSld delSld modSld">
      <pc:chgData name="SAI GAYATHRI REDDY BHIMIREDDY" userId="db39b55f2a5aaf98" providerId="LiveId" clId="{66D03B86-2E07-45AE-B797-7F57626C1B4C}" dt="2022-10-21T10:09:34.184" v="1696" actId="1036"/>
      <pc:docMkLst>
        <pc:docMk/>
      </pc:docMkLst>
      <pc:sldChg chg="modSp mod">
        <pc:chgData name="SAI GAYATHRI REDDY BHIMIREDDY" userId="db39b55f2a5aaf98" providerId="LiveId" clId="{66D03B86-2E07-45AE-B797-7F57626C1B4C}" dt="2022-10-21T04:14:33.034" v="1163" actId="6549"/>
        <pc:sldMkLst>
          <pc:docMk/>
          <pc:sldMk cId="0" sldId="256"/>
        </pc:sldMkLst>
        <pc:spChg chg="mod">
          <ac:chgData name="SAI GAYATHRI REDDY BHIMIREDDY" userId="db39b55f2a5aaf98" providerId="LiveId" clId="{66D03B86-2E07-45AE-B797-7F57626C1B4C}" dt="2022-10-21T04:14:14.563" v="1160" actId="255"/>
          <ac:spMkLst>
            <pc:docMk/>
            <pc:sldMk cId="0" sldId="256"/>
            <ac:spMk id="131" creationId="{00000000-0000-0000-0000-000000000000}"/>
          </ac:spMkLst>
        </pc:spChg>
        <pc:spChg chg="mod">
          <ac:chgData name="SAI GAYATHRI REDDY BHIMIREDDY" userId="db39b55f2a5aaf98" providerId="LiveId" clId="{66D03B86-2E07-45AE-B797-7F57626C1B4C}" dt="2022-10-21T04:14:33.034" v="1163" actId="6549"/>
          <ac:spMkLst>
            <pc:docMk/>
            <pc:sldMk cId="0" sldId="256"/>
            <ac:spMk id="134" creationId="{00000000-0000-0000-0000-000000000000}"/>
          </ac:spMkLst>
        </pc:spChg>
        <pc:graphicFrameChg chg="mod">
          <ac:chgData name="SAI GAYATHRI REDDY BHIMIREDDY" userId="db39b55f2a5aaf98" providerId="LiveId" clId="{66D03B86-2E07-45AE-B797-7F57626C1B4C}" dt="2022-10-21T04:14:23.503" v="1161" actId="1076"/>
          <ac:graphicFrameMkLst>
            <pc:docMk/>
            <pc:sldMk cId="0" sldId="256"/>
            <ac:graphicFrameMk id="137" creationId="{00000000-0000-0000-0000-000000000000}"/>
          </ac:graphicFrameMkLst>
        </pc:graphicFrameChg>
      </pc:sldChg>
      <pc:sldChg chg="modSp mod">
        <pc:chgData name="SAI GAYATHRI REDDY BHIMIREDDY" userId="db39b55f2a5aaf98" providerId="LiveId" clId="{66D03B86-2E07-45AE-B797-7F57626C1B4C}" dt="2022-10-21T04:15:04.083" v="1176" actId="14100"/>
        <pc:sldMkLst>
          <pc:docMk/>
          <pc:sldMk cId="0" sldId="257"/>
        </pc:sldMkLst>
        <pc:spChg chg="mod">
          <ac:chgData name="SAI GAYATHRI REDDY BHIMIREDDY" userId="db39b55f2a5aaf98" providerId="LiveId" clId="{66D03B86-2E07-45AE-B797-7F57626C1B4C}" dt="2022-10-21T04:15:04.083" v="1176" actId="14100"/>
          <ac:spMkLst>
            <pc:docMk/>
            <pc:sldMk cId="0" sldId="257"/>
            <ac:spMk id="144" creationId="{00000000-0000-0000-0000-000000000000}"/>
          </ac:spMkLst>
        </pc:spChg>
      </pc:sldChg>
      <pc:sldChg chg="addSp delSp modSp mod">
        <pc:chgData name="SAI GAYATHRI REDDY BHIMIREDDY" userId="db39b55f2a5aaf98" providerId="LiveId" clId="{66D03B86-2E07-45AE-B797-7F57626C1B4C}" dt="2022-10-21T05:56:46.065" v="1648" actId="255"/>
        <pc:sldMkLst>
          <pc:docMk/>
          <pc:sldMk cId="0" sldId="259"/>
        </pc:sldMkLst>
        <pc:spChg chg="mod">
          <ac:chgData name="SAI GAYATHRI REDDY BHIMIREDDY" userId="db39b55f2a5aaf98" providerId="LiveId" clId="{66D03B86-2E07-45AE-B797-7F57626C1B4C}" dt="2022-10-21T03:56:09.129" v="1097" actId="1076"/>
          <ac:spMkLst>
            <pc:docMk/>
            <pc:sldMk cId="0" sldId="259"/>
            <ac:spMk id="157" creationId="{00000000-0000-0000-0000-000000000000}"/>
          </ac:spMkLst>
        </pc:spChg>
        <pc:graphicFrameChg chg="add mod modGraphic">
          <ac:chgData name="SAI GAYATHRI REDDY BHIMIREDDY" userId="db39b55f2a5aaf98" providerId="LiveId" clId="{66D03B86-2E07-45AE-B797-7F57626C1B4C}" dt="2022-10-21T05:56:46.065" v="1648" actId="255"/>
          <ac:graphicFrameMkLst>
            <pc:docMk/>
            <pc:sldMk cId="0" sldId="259"/>
            <ac:graphicFrameMk id="2" creationId="{C6A2F751-EDFF-6A55-2695-4DA9C6214091}"/>
          </ac:graphicFrameMkLst>
        </pc:graphicFrameChg>
        <pc:picChg chg="del mod">
          <ac:chgData name="SAI GAYATHRI REDDY BHIMIREDDY" userId="db39b55f2a5aaf98" providerId="LiveId" clId="{66D03B86-2E07-45AE-B797-7F57626C1B4C}" dt="2022-10-20T18:26:55.061" v="908" actId="478"/>
          <ac:picMkLst>
            <pc:docMk/>
            <pc:sldMk cId="0" sldId="259"/>
            <ac:picMk id="5" creationId="{00000000-0000-0000-0000-000000000000}"/>
          </ac:picMkLst>
        </pc:picChg>
      </pc:sldChg>
      <pc:sldChg chg="modSp mod">
        <pc:chgData name="SAI GAYATHRI REDDY BHIMIREDDY" userId="db39b55f2a5aaf98" providerId="LiveId" clId="{66D03B86-2E07-45AE-B797-7F57626C1B4C}" dt="2022-10-21T05:25:33.726" v="1566" actId="5793"/>
        <pc:sldMkLst>
          <pc:docMk/>
          <pc:sldMk cId="0" sldId="264"/>
        </pc:sldMkLst>
        <pc:spChg chg="mod">
          <ac:chgData name="SAI GAYATHRI REDDY BHIMIREDDY" userId="db39b55f2a5aaf98" providerId="LiveId" clId="{66D03B86-2E07-45AE-B797-7F57626C1B4C}" dt="2022-10-21T05:25:33.726" v="1566" actId="5793"/>
          <ac:spMkLst>
            <pc:docMk/>
            <pc:sldMk cId="0" sldId="264"/>
            <ac:spMk id="2" creationId="{00000000-0000-0000-0000-000000000000}"/>
          </ac:spMkLst>
        </pc:spChg>
      </pc:sldChg>
      <pc:sldChg chg="addSp delSp modSp mod">
        <pc:chgData name="SAI GAYATHRI REDDY BHIMIREDDY" userId="db39b55f2a5aaf98" providerId="LiveId" clId="{66D03B86-2E07-45AE-B797-7F57626C1B4C}" dt="2022-10-21T05:28:56.017" v="1574" actId="14100"/>
        <pc:sldMkLst>
          <pc:docMk/>
          <pc:sldMk cId="918418832" sldId="270"/>
        </pc:sldMkLst>
        <pc:spChg chg="add mod">
          <ac:chgData name="SAI GAYATHRI REDDY BHIMIREDDY" userId="db39b55f2a5aaf98" providerId="LiveId" clId="{66D03B86-2E07-45AE-B797-7F57626C1B4C}" dt="2022-10-20T18:31:35.617" v="962" actId="1076"/>
          <ac:spMkLst>
            <pc:docMk/>
            <pc:sldMk cId="918418832" sldId="270"/>
            <ac:spMk id="2" creationId="{4B1A0AB2-14CA-70D4-950D-50AF2ADA7BBB}"/>
          </ac:spMkLst>
        </pc:spChg>
        <pc:spChg chg="mod">
          <ac:chgData name="SAI GAYATHRI REDDY BHIMIREDDY" userId="db39b55f2a5aaf98" providerId="LiveId" clId="{66D03B86-2E07-45AE-B797-7F57626C1B4C}" dt="2022-10-20T18:30:14.574" v="930" actId="1076"/>
          <ac:spMkLst>
            <pc:docMk/>
            <pc:sldMk cId="918418832" sldId="270"/>
            <ac:spMk id="3" creationId="{00000000-0000-0000-0000-000000000000}"/>
          </ac:spMkLst>
        </pc:spChg>
        <pc:spChg chg="del mod">
          <ac:chgData name="SAI GAYATHRI REDDY BHIMIREDDY" userId="db39b55f2a5aaf98" providerId="LiveId" clId="{66D03B86-2E07-45AE-B797-7F57626C1B4C}" dt="2022-10-20T18:30:12.793" v="929" actId="478"/>
          <ac:spMkLst>
            <pc:docMk/>
            <pc:sldMk cId="918418832" sldId="270"/>
            <ac:spMk id="4" creationId="{00000000-0000-0000-0000-000000000000}"/>
          </ac:spMkLst>
        </pc:spChg>
        <pc:spChg chg="add mod">
          <ac:chgData name="SAI GAYATHRI REDDY BHIMIREDDY" userId="db39b55f2a5aaf98" providerId="LiveId" clId="{66D03B86-2E07-45AE-B797-7F57626C1B4C}" dt="2022-10-21T05:28:56.017" v="1574" actId="14100"/>
          <ac:spMkLst>
            <pc:docMk/>
            <pc:sldMk cId="918418832" sldId="270"/>
            <ac:spMk id="6" creationId="{D36348CD-77AF-C36F-8DB1-6F8110F396B5}"/>
          </ac:spMkLst>
        </pc:spChg>
      </pc:sldChg>
      <pc:sldChg chg="addSp delSp modSp mod">
        <pc:chgData name="SAI GAYATHRI REDDY BHIMIREDDY" userId="db39b55f2a5aaf98" providerId="LiveId" clId="{66D03B86-2E07-45AE-B797-7F57626C1B4C}" dt="2022-10-21T04:18:43.877" v="1216" actId="5793"/>
        <pc:sldMkLst>
          <pc:docMk/>
          <pc:sldMk cId="664129343" sldId="271"/>
        </pc:sldMkLst>
        <pc:spChg chg="add del mod">
          <ac:chgData name="SAI GAYATHRI REDDY BHIMIREDDY" userId="db39b55f2a5aaf98" providerId="LiveId" clId="{66D03B86-2E07-45AE-B797-7F57626C1B4C}" dt="2022-10-20T05:26:59.204" v="87" actId="478"/>
          <ac:spMkLst>
            <pc:docMk/>
            <pc:sldMk cId="664129343" sldId="271"/>
            <ac:spMk id="2" creationId="{9F574B00-78ED-C8F4-D1E7-FE528C324C62}"/>
          </ac:spMkLst>
        </pc:spChg>
        <pc:spChg chg="add del mod">
          <ac:chgData name="SAI GAYATHRI REDDY BHIMIREDDY" userId="db39b55f2a5aaf98" providerId="LiveId" clId="{66D03B86-2E07-45AE-B797-7F57626C1B4C}" dt="2022-10-21T04:15:21.271" v="1178" actId="478"/>
          <ac:spMkLst>
            <pc:docMk/>
            <pc:sldMk cId="664129343" sldId="271"/>
            <ac:spMk id="3" creationId="{59E2AC2C-1D5D-05FD-BA4E-FFFE6C5D4AC7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4" creationId="{E3A7B3C0-5572-2DC6-5586-E2BD14193B87}"/>
          </ac:spMkLst>
        </pc:spChg>
        <pc:spChg chg="add mod">
          <ac:chgData name="SAI GAYATHRI REDDY BHIMIREDDY" userId="db39b55f2a5aaf98" providerId="LiveId" clId="{66D03B86-2E07-45AE-B797-7F57626C1B4C}" dt="2022-10-21T04:17:24.596" v="1190" actId="14100"/>
          <ac:spMkLst>
            <pc:docMk/>
            <pc:sldMk cId="664129343" sldId="271"/>
            <ac:spMk id="5" creationId="{963FDCF2-05D4-0F77-416C-3FCB6D289DA8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6" creationId="{2FEFAE9D-4B43-61D1-8DF4-7F9819F791B7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7" creationId="{5C9601E9-0959-232C-DE06-BF001A9CB75B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8" creationId="{F990ECFC-C186-B30E-3EF7-73F236D2222C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9" creationId="{073E0996-F214-D180-D573-837DA7F9C668}"/>
          </ac:spMkLst>
        </pc:spChg>
        <pc:spChg chg="del">
          <ac:chgData name="SAI GAYATHRI REDDY BHIMIREDDY" userId="db39b55f2a5aaf98" providerId="LiveId" clId="{66D03B86-2E07-45AE-B797-7F57626C1B4C}" dt="2022-10-20T05:18:41.595" v="2" actId="478"/>
          <ac:spMkLst>
            <pc:docMk/>
            <pc:sldMk cId="664129343" sldId="271"/>
            <ac:spMk id="10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50.539" v="3" actId="478"/>
          <ac:spMkLst>
            <pc:docMk/>
            <pc:sldMk cId="664129343" sldId="271"/>
            <ac:spMk id="11" creationId="{00000000-0000-0000-0000-000000000000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12" creationId="{2AA6EC1F-3085-F4F5-ACF9-603078383744}"/>
          </ac:spMkLst>
        </pc:spChg>
        <pc:spChg chg="mod">
          <ac:chgData name="SAI GAYATHRI REDDY BHIMIREDDY" userId="db39b55f2a5aaf98" providerId="LiveId" clId="{66D03B86-2E07-45AE-B797-7F57626C1B4C}" dt="2022-10-21T04:16:19.424" v="1185" actId="2711"/>
          <ac:spMkLst>
            <pc:docMk/>
            <pc:sldMk cId="664129343" sldId="271"/>
            <ac:spMk id="13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50.539" v="3" actId="478"/>
          <ac:spMkLst>
            <pc:docMk/>
            <pc:sldMk cId="664129343" sldId="271"/>
            <ac:spMk id="14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41.595" v="2" actId="478"/>
          <ac:spMkLst>
            <pc:docMk/>
            <pc:sldMk cId="664129343" sldId="271"/>
            <ac:spMk id="15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50.539" v="3" actId="478"/>
          <ac:spMkLst>
            <pc:docMk/>
            <pc:sldMk cId="664129343" sldId="271"/>
            <ac:spMk id="16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41.595" v="2" actId="478"/>
          <ac:spMkLst>
            <pc:docMk/>
            <pc:sldMk cId="664129343" sldId="271"/>
            <ac:spMk id="17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50.539" v="3" actId="478"/>
          <ac:spMkLst>
            <pc:docMk/>
            <pc:sldMk cId="664129343" sldId="271"/>
            <ac:spMk id="18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41.595" v="2" actId="478"/>
          <ac:spMkLst>
            <pc:docMk/>
            <pc:sldMk cId="664129343" sldId="271"/>
            <ac:spMk id="19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50.539" v="3" actId="478"/>
          <ac:spMkLst>
            <pc:docMk/>
            <pc:sldMk cId="664129343" sldId="271"/>
            <ac:spMk id="20" creationId="{00000000-0000-0000-0000-000000000000}"/>
          </ac:spMkLst>
        </pc:spChg>
        <pc:spChg chg="del">
          <ac:chgData name="SAI GAYATHRI REDDY BHIMIREDDY" userId="db39b55f2a5aaf98" providerId="LiveId" clId="{66D03B86-2E07-45AE-B797-7F57626C1B4C}" dt="2022-10-20T05:18:41.595" v="2" actId="478"/>
          <ac:spMkLst>
            <pc:docMk/>
            <pc:sldMk cId="664129343" sldId="271"/>
            <ac:spMk id="21" creationId="{00000000-0000-0000-0000-000000000000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22" creationId="{05F2140C-4784-1673-CAFC-E1F32E5BBEF5}"/>
          </ac:spMkLst>
        </pc:spChg>
        <pc:spChg chg="add mod">
          <ac:chgData name="SAI GAYATHRI REDDY BHIMIREDDY" userId="db39b55f2a5aaf98" providerId="LiveId" clId="{66D03B86-2E07-45AE-B797-7F57626C1B4C}" dt="2022-10-21T04:18:43.877" v="1216" actId="5793"/>
          <ac:spMkLst>
            <pc:docMk/>
            <pc:sldMk cId="664129343" sldId="271"/>
            <ac:spMk id="24" creationId="{3CC2B104-D9D4-F904-897E-281D7CC4B7C7}"/>
          </ac:spMkLst>
        </pc:spChg>
        <pc:spChg chg="add del mod">
          <ac:chgData name="SAI GAYATHRI REDDY BHIMIREDDY" userId="db39b55f2a5aaf98" providerId="LiveId" clId="{66D03B86-2E07-45AE-B797-7F57626C1B4C}" dt="2022-10-20T05:25:45.719" v="77" actId="478"/>
          <ac:spMkLst>
            <pc:docMk/>
            <pc:sldMk cId="664129343" sldId="271"/>
            <ac:spMk id="26" creationId="{AA5FD78F-258C-C122-AD2D-A8021B976711}"/>
          </ac:spMkLst>
        </pc:spChg>
        <pc:spChg chg="add del mod">
          <ac:chgData name="SAI GAYATHRI REDDY BHIMIREDDY" userId="db39b55f2a5aaf98" providerId="LiveId" clId="{66D03B86-2E07-45AE-B797-7F57626C1B4C}" dt="2022-10-20T05:28:46.444" v="98" actId="478"/>
          <ac:spMkLst>
            <pc:docMk/>
            <pc:sldMk cId="664129343" sldId="271"/>
            <ac:spMk id="28" creationId="{589324C1-629A-FBAE-9147-E111BE8DB5B9}"/>
          </ac:spMkLst>
        </pc:spChg>
        <pc:spChg chg="add mod">
          <ac:chgData name="SAI GAYATHRI REDDY BHIMIREDDY" userId="db39b55f2a5aaf98" providerId="LiveId" clId="{66D03B86-2E07-45AE-B797-7F57626C1B4C}" dt="2022-10-21T04:17:12.046" v="1189" actId="6549"/>
          <ac:spMkLst>
            <pc:docMk/>
            <pc:sldMk cId="664129343" sldId="271"/>
            <ac:spMk id="30" creationId="{B6B65A83-86AE-8CB1-8833-CD796A2BF57F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31" creationId="{8D572087-8177-0197-FEA9-D01DA3920E93}"/>
          </ac:spMkLst>
        </pc:spChg>
        <pc:spChg chg="add mod">
          <ac:chgData name="SAI GAYATHRI REDDY BHIMIREDDY" userId="db39b55f2a5aaf98" providerId="LiveId" clId="{66D03B86-2E07-45AE-B797-7F57626C1B4C}" dt="2022-10-21T04:16:19.424" v="1185" actId="2711"/>
          <ac:spMkLst>
            <pc:docMk/>
            <pc:sldMk cId="664129343" sldId="271"/>
            <ac:spMk id="32" creationId="{8A161E4A-8054-F173-3B0B-B404F4C53208}"/>
          </ac:spMkLst>
        </pc:spChg>
        <pc:spChg chg="add mod">
          <ac:chgData name="SAI GAYATHRI REDDY BHIMIREDDY" userId="db39b55f2a5aaf98" providerId="LiveId" clId="{66D03B86-2E07-45AE-B797-7F57626C1B4C}" dt="2022-10-21T04:16:19.424" v="1185" actId="2711"/>
          <ac:spMkLst>
            <pc:docMk/>
            <pc:sldMk cId="664129343" sldId="271"/>
            <ac:spMk id="33" creationId="{2220A04E-9828-4AE7-05E6-4D3D9E2CB76B}"/>
          </ac:spMkLst>
        </pc:spChg>
        <pc:spChg chg="add mod">
          <ac:chgData name="SAI GAYATHRI REDDY BHIMIREDDY" userId="db39b55f2a5aaf98" providerId="LiveId" clId="{66D03B86-2E07-45AE-B797-7F57626C1B4C}" dt="2022-10-21T04:16:19.424" v="1185" actId="2711"/>
          <ac:spMkLst>
            <pc:docMk/>
            <pc:sldMk cId="664129343" sldId="271"/>
            <ac:spMk id="34" creationId="{B7C28F98-3071-ED43-CA7E-2517717E6302}"/>
          </ac:spMkLst>
        </pc:spChg>
        <pc:spChg chg="add del mod">
          <ac:chgData name="SAI GAYATHRI REDDY BHIMIREDDY" userId="db39b55f2a5aaf98" providerId="LiveId" clId="{66D03B86-2E07-45AE-B797-7F57626C1B4C}" dt="2022-10-20T05:26:56.647" v="86" actId="478"/>
          <ac:spMkLst>
            <pc:docMk/>
            <pc:sldMk cId="664129343" sldId="271"/>
            <ac:spMk id="35" creationId="{160488E3-CA4F-E60C-9362-738D09BCF9C0}"/>
          </ac:spMkLst>
        </pc:spChg>
        <pc:spChg chg="add del mod">
          <ac:chgData name="SAI GAYATHRI REDDY BHIMIREDDY" userId="db39b55f2a5aaf98" providerId="LiveId" clId="{66D03B86-2E07-45AE-B797-7F57626C1B4C}" dt="2022-10-20T05:27:09.566" v="92" actId="478"/>
          <ac:spMkLst>
            <pc:docMk/>
            <pc:sldMk cId="664129343" sldId="271"/>
            <ac:spMk id="36" creationId="{BAEE5D9F-C68B-A3E7-022F-12BD342E1360}"/>
          </ac:spMkLst>
        </pc:spChg>
        <pc:spChg chg="add del mod">
          <ac:chgData name="SAI GAYATHRI REDDY BHIMIREDDY" userId="db39b55f2a5aaf98" providerId="LiveId" clId="{66D03B86-2E07-45AE-B797-7F57626C1B4C}" dt="2022-10-20T05:27:12.300" v="93" actId="478"/>
          <ac:spMkLst>
            <pc:docMk/>
            <pc:sldMk cId="664129343" sldId="271"/>
            <ac:spMk id="37" creationId="{828E975C-A34E-22B3-72FD-F577061985B9}"/>
          </ac:spMkLst>
        </pc:spChg>
        <pc:spChg chg="add del mod">
          <ac:chgData name="SAI GAYATHRI REDDY BHIMIREDDY" userId="db39b55f2a5aaf98" providerId="LiveId" clId="{66D03B86-2E07-45AE-B797-7F57626C1B4C}" dt="2022-10-20T05:25:49.759" v="78" actId="478"/>
          <ac:spMkLst>
            <pc:docMk/>
            <pc:sldMk cId="664129343" sldId="271"/>
            <ac:spMk id="38" creationId="{654ADDF8-692B-12A1-6AD1-9C0506D3798A}"/>
          </ac:spMkLst>
        </pc:spChg>
        <pc:spChg chg="add mod">
          <ac:chgData name="SAI GAYATHRI REDDY BHIMIREDDY" userId="db39b55f2a5aaf98" providerId="LiveId" clId="{66D03B86-2E07-45AE-B797-7F57626C1B4C}" dt="2022-10-21T04:16:21.479" v="1186" actId="2711"/>
          <ac:spMkLst>
            <pc:docMk/>
            <pc:sldMk cId="664129343" sldId="271"/>
            <ac:spMk id="39" creationId="{7113E877-AF9A-1BAE-2F01-B58DD95FC400}"/>
          </ac:spMkLst>
        </pc:spChg>
        <pc:spChg chg="add del mod">
          <ac:chgData name="SAI GAYATHRI REDDY BHIMIREDDY" userId="db39b55f2a5aaf98" providerId="LiveId" clId="{66D03B86-2E07-45AE-B797-7F57626C1B4C}" dt="2022-10-20T05:27:06.900" v="91" actId="478"/>
          <ac:spMkLst>
            <pc:docMk/>
            <pc:sldMk cId="664129343" sldId="271"/>
            <ac:spMk id="40" creationId="{BAB81A0A-78EA-C835-ECF7-6E7E2F4F379B}"/>
          </ac:spMkLst>
        </pc:spChg>
        <pc:spChg chg="add mod">
          <ac:chgData name="SAI GAYATHRI REDDY BHIMIREDDY" userId="db39b55f2a5aaf98" providerId="LiveId" clId="{66D03B86-2E07-45AE-B797-7F57626C1B4C}" dt="2022-10-21T04:16:21.479" v="1186" actId="2711"/>
          <ac:spMkLst>
            <pc:docMk/>
            <pc:sldMk cId="664129343" sldId="271"/>
            <ac:spMk id="41" creationId="{48425E3E-30D2-34D0-CEF2-F258006C2235}"/>
          </ac:spMkLst>
        </pc:spChg>
        <pc:spChg chg="add mod">
          <ac:chgData name="SAI GAYATHRI REDDY BHIMIREDDY" userId="db39b55f2a5aaf98" providerId="LiveId" clId="{66D03B86-2E07-45AE-B797-7F57626C1B4C}" dt="2022-10-21T04:16:21.479" v="1186" actId="2711"/>
          <ac:spMkLst>
            <pc:docMk/>
            <pc:sldMk cId="664129343" sldId="271"/>
            <ac:spMk id="42" creationId="{16143446-0DE8-1DEF-D68B-E2604D1493A9}"/>
          </ac:spMkLst>
        </pc:spChg>
        <pc:spChg chg="mod">
          <ac:chgData name="SAI GAYATHRI REDDY BHIMIREDDY" userId="db39b55f2a5aaf98" providerId="LiveId" clId="{66D03B86-2E07-45AE-B797-7F57626C1B4C}" dt="2022-10-21T04:16:21.479" v="1186" actId="2711"/>
          <ac:spMkLst>
            <pc:docMk/>
            <pc:sldMk cId="664129343" sldId="271"/>
            <ac:spMk id="43" creationId="{00000000-0000-0000-0000-000000000000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44" creationId="{0A320CED-C0DA-C20E-50A1-CB2B8DAF92D2}"/>
          </ac:spMkLst>
        </pc:spChg>
        <pc:spChg chg="add mod">
          <ac:chgData name="SAI GAYATHRI REDDY BHIMIREDDY" userId="db39b55f2a5aaf98" providerId="LiveId" clId="{66D03B86-2E07-45AE-B797-7F57626C1B4C}" dt="2022-10-21T04:16:21.479" v="1186" actId="2711"/>
          <ac:spMkLst>
            <pc:docMk/>
            <pc:sldMk cId="664129343" sldId="271"/>
            <ac:spMk id="45" creationId="{849A0EB8-6EFF-9E52-84A8-30CAA259D4E9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63" creationId="{87F0017D-057A-7423-4E1E-AF7C5FF1FB58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64" creationId="{3AD1F9A3-93DE-7537-8C27-3E7B3EEA5FA4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65" creationId="{52C5DFBB-882B-2E16-E2D6-8C1D1E193439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66" creationId="{90D175BB-A9ED-8930-1286-1F1DCC553995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67" creationId="{2E806669-D0A7-4104-7401-E0FC8A30FA23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68" creationId="{065E0C9A-92C9-1683-6854-2CF02D8409D4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69" creationId="{D5B96298-8701-6B85-21F9-AFC17D36AC47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0" creationId="{4437F4D8-AEF0-D1E3-7472-0A8D368FEC74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1" creationId="{13E26586-F1DF-127A-3763-2337FBE5461C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2" creationId="{9292AEE0-8E8D-18F0-DE71-EA2C82ABAEB8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3" creationId="{BA8DAF66-4C18-FDBE-4610-C751D2727268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4" creationId="{3C2BE7CA-23AB-55C8-6BD8-7BE177CBDB14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5" creationId="{3355647A-B506-59E7-FC05-2908542106E8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6" creationId="{F4D05F14-BBC8-6398-6E96-B572E7B68CE8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7" creationId="{C5E8FD98-9E5B-ECBC-30CA-E95A85FE5CD5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8" creationId="{1EA59A89-A06F-DC26-A517-74F51C39010B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79" creationId="{4CD3ACE2-7266-4883-0B8D-8496DF2748B3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0" creationId="{261596DE-ABFE-0EEA-2281-0C63F63ADC58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1" creationId="{1D032B33-0734-6C6D-62FB-AE67C4162CF8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2" creationId="{C5A89947-9A36-C2B1-D8F3-E35D2B6000DC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3" creationId="{D02F705A-01D1-9C4C-508A-A5A00F7AB773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4" creationId="{5B35E3BF-0A6C-7EE4-2BF2-6336750C3020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5" creationId="{A04EF23C-63C1-E589-CF05-58A1CE5C1AD1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6" creationId="{6B195113-D836-82D5-1741-4D18DB2A1D9F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7" creationId="{A102189E-7F78-7A3C-B6F0-7C140CAA054C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8" creationId="{7830EF4C-74D1-3BAA-2651-C163BE180523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89" creationId="{0634BAE8-6108-D159-F3AD-78449D224EB7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90" creationId="{66942EBD-9A69-EE53-CED7-4B7BC217526A}"/>
          </ac:spMkLst>
        </pc:spChg>
        <pc:spChg chg="add del mod">
          <ac:chgData name="SAI GAYATHRI REDDY BHIMIREDDY" userId="db39b55f2a5aaf98" providerId="LiveId" clId="{66D03B86-2E07-45AE-B797-7F57626C1B4C}" dt="2022-10-20T05:31:51.238" v="122"/>
          <ac:spMkLst>
            <pc:docMk/>
            <pc:sldMk cId="664129343" sldId="271"/>
            <ac:spMk id="91" creationId="{3B9548B8-C585-41F5-293B-57B49C8E265B}"/>
          </ac:spMkLst>
        </pc:spChg>
        <pc:spChg chg="add mod">
          <ac:chgData name="SAI GAYATHRI REDDY BHIMIREDDY" userId="db39b55f2a5aaf98" providerId="LiveId" clId="{66D03B86-2E07-45AE-B797-7F57626C1B4C}" dt="2022-10-21T04:17:08.514" v="1188" actId="255"/>
          <ac:spMkLst>
            <pc:docMk/>
            <pc:sldMk cId="664129343" sldId="271"/>
            <ac:spMk id="92" creationId="{96BD6E0C-B182-DFCB-62E8-9CA2DBD8355A}"/>
          </ac:spMkLst>
        </pc:spChg>
        <pc:cxnChg chg="add mod">
          <ac:chgData name="SAI GAYATHRI REDDY BHIMIREDDY" userId="db39b55f2a5aaf98" providerId="LiveId" clId="{66D03B86-2E07-45AE-B797-7F57626C1B4C}" dt="2022-10-21T04:16:19.424" v="1185" actId="2711"/>
          <ac:cxnSpMkLst>
            <pc:docMk/>
            <pc:sldMk cId="664129343" sldId="271"/>
            <ac:cxnSpMk id="10" creationId="{3DF8C1AA-DE55-939D-583D-AB395133530A}"/>
          </ac:cxnSpMkLst>
        </pc:cxnChg>
        <pc:cxnChg chg="del">
          <ac:chgData name="SAI GAYATHRI REDDY BHIMIREDDY" userId="db39b55f2a5aaf98" providerId="LiveId" clId="{66D03B86-2E07-45AE-B797-7F57626C1B4C}" dt="2022-10-20T05:18:50.539" v="3" actId="478"/>
          <ac:cxnSpMkLst>
            <pc:docMk/>
            <pc:sldMk cId="664129343" sldId="271"/>
            <ac:cxnSpMk id="23" creationId="{00000000-0000-0000-0000-000000000000}"/>
          </ac:cxnSpMkLst>
        </pc:cxnChg>
        <pc:cxnChg chg="del">
          <ac:chgData name="SAI GAYATHRI REDDY BHIMIREDDY" userId="db39b55f2a5aaf98" providerId="LiveId" clId="{66D03B86-2E07-45AE-B797-7F57626C1B4C}" dt="2022-10-20T05:18:50.539" v="3" actId="478"/>
          <ac:cxnSpMkLst>
            <pc:docMk/>
            <pc:sldMk cId="664129343" sldId="271"/>
            <ac:cxnSpMk id="25" creationId="{00000000-0000-0000-0000-000000000000}"/>
          </ac:cxnSpMkLst>
        </pc:cxnChg>
        <pc:cxnChg chg="del">
          <ac:chgData name="SAI GAYATHRI REDDY BHIMIREDDY" userId="db39b55f2a5aaf98" providerId="LiveId" clId="{66D03B86-2E07-45AE-B797-7F57626C1B4C}" dt="2022-10-20T05:18:54.383" v="4" actId="478"/>
          <ac:cxnSpMkLst>
            <pc:docMk/>
            <pc:sldMk cId="664129343" sldId="271"/>
            <ac:cxnSpMk id="27" creationId="{00000000-0000-0000-0000-000000000000}"/>
          </ac:cxnSpMkLst>
        </pc:cxnChg>
        <pc:cxnChg chg="del">
          <ac:chgData name="SAI GAYATHRI REDDY BHIMIREDDY" userId="db39b55f2a5aaf98" providerId="LiveId" clId="{66D03B86-2E07-45AE-B797-7F57626C1B4C}" dt="2022-10-20T05:18:50.539" v="3" actId="478"/>
          <ac:cxnSpMkLst>
            <pc:docMk/>
            <pc:sldMk cId="664129343" sldId="271"/>
            <ac:cxnSpMk id="29" creationId="{00000000-0000-0000-0000-000000000000}"/>
          </ac:cxnSpMkLst>
        </pc:cxnChg>
        <pc:cxnChg chg="add mod">
          <ac:chgData name="SAI GAYATHRI REDDY BHIMIREDDY" userId="db39b55f2a5aaf98" providerId="LiveId" clId="{66D03B86-2E07-45AE-B797-7F57626C1B4C}" dt="2022-10-21T04:16:19.424" v="1185" actId="2711"/>
          <ac:cxnSpMkLst>
            <pc:docMk/>
            <pc:sldMk cId="664129343" sldId="271"/>
            <ac:cxnSpMk id="47" creationId="{716CCA0B-E79B-67A0-C432-140D961572F0}"/>
          </ac:cxnSpMkLst>
        </pc:cxnChg>
        <pc:cxnChg chg="add mod">
          <ac:chgData name="SAI GAYATHRI REDDY BHIMIREDDY" userId="db39b55f2a5aaf98" providerId="LiveId" clId="{66D03B86-2E07-45AE-B797-7F57626C1B4C}" dt="2022-10-21T04:17:24.596" v="1190" actId="14100"/>
          <ac:cxnSpMkLst>
            <pc:docMk/>
            <pc:sldMk cId="664129343" sldId="271"/>
            <ac:cxnSpMk id="50" creationId="{548B9261-84F3-857B-CDBF-DC13C9D89E3A}"/>
          </ac:cxnSpMkLst>
        </pc:cxnChg>
        <pc:cxnChg chg="add mod">
          <ac:chgData name="SAI GAYATHRI REDDY BHIMIREDDY" userId="db39b55f2a5aaf98" providerId="LiveId" clId="{66D03B86-2E07-45AE-B797-7F57626C1B4C}" dt="2022-10-21T04:16:19.424" v="1185" actId="2711"/>
          <ac:cxnSpMkLst>
            <pc:docMk/>
            <pc:sldMk cId="664129343" sldId="271"/>
            <ac:cxnSpMk id="52" creationId="{31137B10-37C5-510D-A6B1-554980342865}"/>
          </ac:cxnSpMkLst>
        </pc:cxnChg>
        <pc:cxnChg chg="add mod">
          <ac:chgData name="SAI GAYATHRI REDDY BHIMIREDDY" userId="db39b55f2a5aaf98" providerId="LiveId" clId="{66D03B86-2E07-45AE-B797-7F57626C1B4C}" dt="2022-10-21T04:17:24.596" v="1190" actId="14100"/>
          <ac:cxnSpMkLst>
            <pc:docMk/>
            <pc:sldMk cId="664129343" sldId="271"/>
            <ac:cxnSpMk id="55" creationId="{868C68D2-8833-0A26-F46E-7C3D8FB77F9A}"/>
          </ac:cxnSpMkLst>
        </pc:cxnChg>
        <pc:cxnChg chg="add mod">
          <ac:chgData name="SAI GAYATHRI REDDY BHIMIREDDY" userId="db39b55f2a5aaf98" providerId="LiveId" clId="{66D03B86-2E07-45AE-B797-7F57626C1B4C}" dt="2022-10-21T04:16:19.424" v="1185" actId="2711"/>
          <ac:cxnSpMkLst>
            <pc:docMk/>
            <pc:sldMk cId="664129343" sldId="271"/>
            <ac:cxnSpMk id="58" creationId="{DAD18553-3FA6-BCCB-E52E-2051E9F48D6B}"/>
          </ac:cxnSpMkLst>
        </pc:cxnChg>
        <pc:cxnChg chg="add mod">
          <ac:chgData name="SAI GAYATHRI REDDY BHIMIREDDY" userId="db39b55f2a5aaf98" providerId="LiveId" clId="{66D03B86-2E07-45AE-B797-7F57626C1B4C}" dt="2022-10-21T04:16:19.424" v="1185" actId="2711"/>
          <ac:cxnSpMkLst>
            <pc:docMk/>
            <pc:sldMk cId="664129343" sldId="271"/>
            <ac:cxnSpMk id="61" creationId="{D6B27B7B-BD9E-4248-8F3B-24AC9E317592}"/>
          </ac:cxnSpMkLst>
        </pc:cxnChg>
      </pc:sldChg>
      <pc:sldChg chg="addSp modSp mod">
        <pc:chgData name="SAI GAYATHRI REDDY BHIMIREDDY" userId="db39b55f2a5aaf98" providerId="LiveId" clId="{66D03B86-2E07-45AE-B797-7F57626C1B4C}" dt="2022-10-21T05:16:10.484" v="1539" actId="20577"/>
        <pc:sldMkLst>
          <pc:docMk/>
          <pc:sldMk cId="3207744249" sldId="284"/>
        </pc:sldMkLst>
        <pc:spChg chg="add mod">
          <ac:chgData name="SAI GAYATHRI REDDY BHIMIREDDY" userId="db39b55f2a5aaf98" providerId="LiveId" clId="{66D03B86-2E07-45AE-B797-7F57626C1B4C}" dt="2022-10-21T05:16:10.484" v="1539" actId="20577"/>
          <ac:spMkLst>
            <pc:docMk/>
            <pc:sldMk cId="3207744249" sldId="284"/>
            <ac:spMk id="3" creationId="{61E0244A-87D2-2F95-D298-75B82CD3B5DD}"/>
          </ac:spMkLst>
        </pc:spChg>
      </pc:sldChg>
      <pc:sldChg chg="addSp delSp modSp mod">
        <pc:chgData name="SAI GAYATHRI REDDY BHIMIREDDY" userId="db39b55f2a5aaf98" providerId="LiveId" clId="{66D03B86-2E07-45AE-B797-7F57626C1B4C}" dt="2022-10-21T04:09:28.284" v="1104" actId="1076"/>
        <pc:sldMkLst>
          <pc:docMk/>
          <pc:sldMk cId="2416529429" sldId="287"/>
        </pc:sldMkLst>
        <pc:spChg chg="add del mod">
          <ac:chgData name="SAI GAYATHRI REDDY BHIMIREDDY" userId="db39b55f2a5aaf98" providerId="LiveId" clId="{66D03B86-2E07-45AE-B797-7F57626C1B4C}" dt="2022-10-20T07:18:46.316" v="243"/>
          <ac:spMkLst>
            <pc:docMk/>
            <pc:sldMk cId="2416529429" sldId="287"/>
            <ac:spMk id="3" creationId="{353470A6-2F45-488D-CD23-E395236DDE53}"/>
          </ac:spMkLst>
        </pc:spChg>
        <pc:spChg chg="del mod">
          <ac:chgData name="SAI GAYATHRI REDDY BHIMIREDDY" userId="db39b55f2a5aaf98" providerId="LiveId" clId="{66D03B86-2E07-45AE-B797-7F57626C1B4C}" dt="2022-10-20T05:47:50.773" v="235"/>
          <ac:spMkLst>
            <pc:docMk/>
            <pc:sldMk cId="2416529429" sldId="287"/>
            <ac:spMk id="4" creationId="{00000000-0000-0000-0000-000000000000}"/>
          </ac:spMkLst>
        </pc:spChg>
        <pc:spChg chg="add mod">
          <ac:chgData name="SAI GAYATHRI REDDY BHIMIREDDY" userId="db39b55f2a5aaf98" providerId="LiveId" clId="{66D03B86-2E07-45AE-B797-7F57626C1B4C}" dt="2022-10-21T04:09:28.284" v="1104" actId="1076"/>
          <ac:spMkLst>
            <pc:docMk/>
            <pc:sldMk cId="2416529429" sldId="287"/>
            <ac:spMk id="6" creationId="{53232D3E-F962-E043-FBA8-745C7781D6B6}"/>
          </ac:spMkLst>
        </pc:spChg>
      </pc:sldChg>
      <pc:sldChg chg="addSp modSp add del mod">
        <pc:chgData name="SAI GAYATHRI REDDY BHIMIREDDY" userId="db39b55f2a5aaf98" providerId="LiveId" clId="{66D03B86-2E07-45AE-B797-7F57626C1B4C}" dt="2022-10-21T05:44:33.762" v="1601" actId="1076"/>
        <pc:sldMkLst>
          <pc:docMk/>
          <pc:sldMk cId="848068069" sldId="289"/>
        </pc:sldMkLst>
        <pc:spChg chg="mod">
          <ac:chgData name="SAI GAYATHRI REDDY BHIMIREDDY" userId="db39b55f2a5aaf98" providerId="LiveId" clId="{66D03B86-2E07-45AE-B797-7F57626C1B4C}" dt="2022-10-21T04:11:14.530" v="1105" actId="6549"/>
          <ac:spMkLst>
            <pc:docMk/>
            <pc:sldMk cId="848068069" sldId="289"/>
            <ac:spMk id="3" creationId="{00000000-0000-0000-0000-000000000000}"/>
          </ac:spMkLst>
        </pc:spChg>
        <pc:spChg chg="mod">
          <ac:chgData name="SAI GAYATHRI REDDY BHIMIREDDY" userId="db39b55f2a5aaf98" providerId="LiveId" clId="{66D03B86-2E07-45AE-B797-7F57626C1B4C}" dt="2022-10-21T05:30:19.953" v="1580" actId="20577"/>
          <ac:spMkLst>
            <pc:docMk/>
            <pc:sldMk cId="848068069" sldId="289"/>
            <ac:spMk id="4" creationId="{00000000-0000-0000-0000-000000000000}"/>
          </ac:spMkLst>
        </pc:spChg>
        <pc:picChg chg="add mod">
          <ac:chgData name="SAI GAYATHRI REDDY BHIMIREDDY" userId="db39b55f2a5aaf98" providerId="LiveId" clId="{66D03B86-2E07-45AE-B797-7F57626C1B4C}" dt="2022-10-20T18:34:07.875" v="1014" actId="1076"/>
          <ac:picMkLst>
            <pc:docMk/>
            <pc:sldMk cId="848068069" sldId="289"/>
            <ac:picMk id="6" creationId="{A7D79691-46F1-F051-B176-E57B9C8B93F6}"/>
          </ac:picMkLst>
        </pc:picChg>
        <pc:picChg chg="add mod">
          <ac:chgData name="SAI GAYATHRI REDDY BHIMIREDDY" userId="db39b55f2a5aaf98" providerId="LiveId" clId="{66D03B86-2E07-45AE-B797-7F57626C1B4C}" dt="2022-10-20T18:34:13.413" v="1015" actId="1076"/>
          <ac:picMkLst>
            <pc:docMk/>
            <pc:sldMk cId="848068069" sldId="289"/>
            <ac:picMk id="8" creationId="{EC509C30-0768-24D4-438E-75572B26210A}"/>
          </ac:picMkLst>
        </pc:picChg>
        <pc:picChg chg="add mod">
          <ac:chgData name="SAI GAYATHRI REDDY BHIMIREDDY" userId="db39b55f2a5aaf98" providerId="LiveId" clId="{66D03B86-2E07-45AE-B797-7F57626C1B4C}" dt="2022-10-21T05:44:33.762" v="1601" actId="1076"/>
          <ac:picMkLst>
            <pc:docMk/>
            <pc:sldMk cId="848068069" sldId="289"/>
            <ac:picMk id="10" creationId="{1CACEB63-3E8E-E9E7-A644-106BFFB25972}"/>
          </ac:picMkLst>
        </pc:picChg>
      </pc:sldChg>
      <pc:sldChg chg="addSp modSp mod">
        <pc:chgData name="SAI GAYATHRI REDDY BHIMIREDDY" userId="db39b55f2a5aaf98" providerId="LiveId" clId="{66D03B86-2E07-45AE-B797-7F57626C1B4C}" dt="2022-10-21T04:26:10.182" v="1237" actId="1076"/>
        <pc:sldMkLst>
          <pc:docMk/>
          <pc:sldMk cId="0" sldId="295"/>
        </pc:sldMkLst>
        <pc:spChg chg="mod">
          <ac:chgData name="SAI GAYATHRI REDDY BHIMIREDDY" userId="db39b55f2a5aaf98" providerId="LiveId" clId="{66D03B86-2E07-45AE-B797-7F57626C1B4C}" dt="2022-10-21T04:25:47.371" v="1233" actId="14100"/>
          <ac:spMkLst>
            <pc:docMk/>
            <pc:sldMk cId="0" sldId="295"/>
            <ac:spMk id="2" creationId="{00000000-0000-0000-0000-000000000000}"/>
          </ac:spMkLst>
        </pc:spChg>
        <pc:spChg chg="add mod">
          <ac:chgData name="SAI GAYATHRI REDDY BHIMIREDDY" userId="db39b55f2a5aaf98" providerId="LiveId" clId="{66D03B86-2E07-45AE-B797-7F57626C1B4C}" dt="2022-10-21T04:26:10.182" v="1237" actId="1076"/>
          <ac:spMkLst>
            <pc:docMk/>
            <pc:sldMk cId="0" sldId="295"/>
            <ac:spMk id="3" creationId="{68BAB02A-5FDE-08A8-C0C5-3AA81D2BC48A}"/>
          </ac:spMkLst>
        </pc:spChg>
      </pc:sldChg>
      <pc:sldChg chg="addSp modSp mod">
        <pc:chgData name="SAI GAYATHRI REDDY BHIMIREDDY" userId="db39b55f2a5aaf98" providerId="LiveId" clId="{66D03B86-2E07-45AE-B797-7F57626C1B4C}" dt="2022-10-20T17:57:44.099" v="695" actId="1076"/>
        <pc:sldMkLst>
          <pc:docMk/>
          <pc:sldMk cId="0" sldId="296"/>
        </pc:sldMkLst>
        <pc:spChg chg="mod">
          <ac:chgData name="SAI GAYATHRI REDDY BHIMIREDDY" userId="db39b55f2a5aaf98" providerId="LiveId" clId="{66D03B86-2E07-45AE-B797-7F57626C1B4C}" dt="2022-10-20T17:56:37.853" v="690" actId="20577"/>
          <ac:spMkLst>
            <pc:docMk/>
            <pc:sldMk cId="0" sldId="296"/>
            <ac:spMk id="2" creationId="{00000000-0000-0000-0000-000000000000}"/>
          </ac:spMkLst>
        </pc:spChg>
        <pc:picChg chg="add mod">
          <ac:chgData name="SAI GAYATHRI REDDY BHIMIREDDY" userId="db39b55f2a5aaf98" providerId="LiveId" clId="{66D03B86-2E07-45AE-B797-7F57626C1B4C}" dt="2022-10-20T17:57:19.751" v="693" actId="1076"/>
          <ac:picMkLst>
            <pc:docMk/>
            <pc:sldMk cId="0" sldId="296"/>
            <ac:picMk id="4" creationId="{1BC75E96-790B-F549-6924-F6A441F6CE6B}"/>
          </ac:picMkLst>
        </pc:picChg>
        <pc:picChg chg="add mod">
          <ac:chgData name="SAI GAYATHRI REDDY BHIMIREDDY" userId="db39b55f2a5aaf98" providerId="LiveId" clId="{66D03B86-2E07-45AE-B797-7F57626C1B4C}" dt="2022-10-20T17:57:44.099" v="695" actId="1076"/>
          <ac:picMkLst>
            <pc:docMk/>
            <pc:sldMk cId="0" sldId="296"/>
            <ac:picMk id="6" creationId="{3A4BBBC4-D96B-3779-9AB0-6C1F70763EFF}"/>
          </ac:picMkLst>
        </pc:picChg>
      </pc:sldChg>
      <pc:sldChg chg="addSp delSp modSp new mod">
        <pc:chgData name="SAI GAYATHRI REDDY BHIMIREDDY" userId="db39b55f2a5aaf98" providerId="LiveId" clId="{66D03B86-2E07-45AE-B797-7F57626C1B4C}" dt="2022-10-21T04:31:19.126" v="1318" actId="1076"/>
        <pc:sldMkLst>
          <pc:docMk/>
          <pc:sldMk cId="1547283878" sldId="298"/>
        </pc:sldMkLst>
        <pc:spChg chg="del mod">
          <ac:chgData name="SAI GAYATHRI REDDY BHIMIREDDY" userId="db39b55f2a5aaf98" providerId="LiveId" clId="{66D03B86-2E07-45AE-B797-7F57626C1B4C}" dt="2022-10-20T17:40:06.574" v="574" actId="478"/>
          <ac:spMkLst>
            <pc:docMk/>
            <pc:sldMk cId="1547283878" sldId="298"/>
            <ac:spMk id="2" creationId="{A5D2B7EF-A1A9-A8DC-3290-CDF20C554025}"/>
          </ac:spMkLst>
        </pc:spChg>
        <pc:spChg chg="add mod">
          <ac:chgData name="SAI GAYATHRI REDDY BHIMIREDDY" userId="db39b55f2a5aaf98" providerId="LiveId" clId="{66D03B86-2E07-45AE-B797-7F57626C1B4C}" dt="2022-10-21T04:31:19.126" v="1318" actId="1076"/>
          <ac:spMkLst>
            <pc:docMk/>
            <pc:sldMk cId="1547283878" sldId="298"/>
            <ac:spMk id="4" creationId="{95CDBF27-78C7-60D1-2DCE-58064E48756A}"/>
          </ac:spMkLst>
        </pc:spChg>
      </pc:sldChg>
      <pc:sldChg chg="addSp delSp modSp new mod">
        <pc:chgData name="SAI GAYATHRI REDDY BHIMIREDDY" userId="db39b55f2a5aaf98" providerId="LiveId" clId="{66D03B86-2E07-45AE-B797-7F57626C1B4C}" dt="2022-10-21T05:02:12.074" v="1490" actId="20577"/>
        <pc:sldMkLst>
          <pc:docMk/>
          <pc:sldMk cId="82682538" sldId="299"/>
        </pc:sldMkLst>
        <pc:spChg chg="del">
          <ac:chgData name="SAI GAYATHRI REDDY BHIMIREDDY" userId="db39b55f2a5aaf98" providerId="LiveId" clId="{66D03B86-2E07-45AE-B797-7F57626C1B4C}" dt="2022-10-20T17:40:27.317" v="575" actId="478"/>
          <ac:spMkLst>
            <pc:docMk/>
            <pc:sldMk cId="82682538" sldId="299"/>
            <ac:spMk id="2" creationId="{16533497-D6C5-DB34-484A-69E8953A06CD}"/>
          </ac:spMkLst>
        </pc:spChg>
        <pc:spChg chg="add mod">
          <ac:chgData name="SAI GAYATHRI REDDY BHIMIREDDY" userId="db39b55f2a5aaf98" providerId="LiveId" clId="{66D03B86-2E07-45AE-B797-7F57626C1B4C}" dt="2022-10-21T05:02:12.074" v="1490" actId="20577"/>
          <ac:spMkLst>
            <pc:docMk/>
            <pc:sldMk cId="82682538" sldId="299"/>
            <ac:spMk id="3" creationId="{78391B7B-3213-6B49-AC1D-53821ACFB20A}"/>
          </ac:spMkLst>
        </pc:spChg>
      </pc:sldChg>
      <pc:sldChg chg="addSp delSp modSp new del mod">
        <pc:chgData name="SAI GAYATHRI REDDY BHIMIREDDY" userId="db39b55f2a5aaf98" providerId="LiveId" clId="{66D03B86-2E07-45AE-B797-7F57626C1B4C}" dt="2022-10-21T04:36:28.460" v="1349" actId="47"/>
        <pc:sldMkLst>
          <pc:docMk/>
          <pc:sldMk cId="1165806834" sldId="300"/>
        </pc:sldMkLst>
        <pc:spChg chg="del mod">
          <ac:chgData name="SAI GAYATHRI REDDY BHIMIREDDY" userId="db39b55f2a5aaf98" providerId="LiveId" clId="{66D03B86-2E07-45AE-B797-7F57626C1B4C}" dt="2022-10-20T17:40:51.918" v="577" actId="478"/>
          <ac:spMkLst>
            <pc:docMk/>
            <pc:sldMk cId="1165806834" sldId="300"/>
            <ac:spMk id="2" creationId="{AC5C448C-EF8E-6582-11F8-44CF02857C36}"/>
          </ac:spMkLst>
        </pc:spChg>
        <pc:spChg chg="add del mod">
          <ac:chgData name="SAI GAYATHRI REDDY BHIMIREDDY" userId="db39b55f2a5aaf98" providerId="LiveId" clId="{66D03B86-2E07-45AE-B797-7F57626C1B4C}" dt="2022-10-21T04:35:17.432" v="1339"/>
          <ac:spMkLst>
            <pc:docMk/>
            <pc:sldMk cId="1165806834" sldId="300"/>
            <ac:spMk id="3" creationId="{D810779C-3945-493B-C554-F083E88675BE}"/>
          </ac:spMkLst>
        </pc:spChg>
      </pc:sldChg>
      <pc:sldChg chg="addSp delSp modSp new mod">
        <pc:chgData name="SAI GAYATHRI REDDY BHIMIREDDY" userId="db39b55f2a5aaf98" providerId="LiveId" clId="{66D03B86-2E07-45AE-B797-7F57626C1B4C}" dt="2022-10-21T04:40:18.101" v="1373" actId="114"/>
        <pc:sldMkLst>
          <pc:docMk/>
          <pc:sldMk cId="26240632" sldId="301"/>
        </pc:sldMkLst>
        <pc:spChg chg="del">
          <ac:chgData name="SAI GAYATHRI REDDY BHIMIREDDY" userId="db39b55f2a5aaf98" providerId="LiveId" clId="{66D03B86-2E07-45AE-B797-7F57626C1B4C}" dt="2022-10-20T17:41:14.107" v="579" actId="478"/>
          <ac:spMkLst>
            <pc:docMk/>
            <pc:sldMk cId="26240632" sldId="301"/>
            <ac:spMk id="2" creationId="{BEE72382-3950-45E5-E144-CCC6358502FB}"/>
          </ac:spMkLst>
        </pc:spChg>
        <pc:spChg chg="add mod">
          <ac:chgData name="SAI GAYATHRI REDDY BHIMIREDDY" userId="db39b55f2a5aaf98" providerId="LiveId" clId="{66D03B86-2E07-45AE-B797-7F57626C1B4C}" dt="2022-10-21T04:40:18.101" v="1373" actId="114"/>
          <ac:spMkLst>
            <pc:docMk/>
            <pc:sldMk cId="26240632" sldId="301"/>
            <ac:spMk id="3" creationId="{F951FE75-8ECE-4D9E-D06B-BF395DBD2D8E}"/>
          </ac:spMkLst>
        </pc:spChg>
      </pc:sldChg>
      <pc:sldChg chg="addSp delSp modSp new mod">
        <pc:chgData name="SAI GAYATHRI REDDY BHIMIREDDY" userId="db39b55f2a5aaf98" providerId="LiveId" clId="{66D03B86-2E07-45AE-B797-7F57626C1B4C}" dt="2022-10-21T05:59:18.582" v="1675" actId="20577"/>
        <pc:sldMkLst>
          <pc:docMk/>
          <pc:sldMk cId="484121119" sldId="302"/>
        </pc:sldMkLst>
        <pc:spChg chg="del">
          <ac:chgData name="SAI GAYATHRI REDDY BHIMIREDDY" userId="db39b55f2a5aaf98" providerId="LiveId" clId="{66D03B86-2E07-45AE-B797-7F57626C1B4C}" dt="2022-10-20T17:41:50.921" v="584" actId="478"/>
          <ac:spMkLst>
            <pc:docMk/>
            <pc:sldMk cId="484121119" sldId="302"/>
            <ac:spMk id="2" creationId="{446DC468-537F-2BF0-F588-E206F7035D35}"/>
          </ac:spMkLst>
        </pc:spChg>
        <pc:spChg chg="add mod">
          <ac:chgData name="SAI GAYATHRI REDDY BHIMIREDDY" userId="db39b55f2a5aaf98" providerId="LiveId" clId="{66D03B86-2E07-45AE-B797-7F57626C1B4C}" dt="2022-10-21T05:59:18.582" v="1675" actId="20577"/>
          <ac:spMkLst>
            <pc:docMk/>
            <pc:sldMk cId="484121119" sldId="302"/>
            <ac:spMk id="2" creationId="{B4CF2CAE-9ABD-2405-5F3B-5AED53808DCF}"/>
          </ac:spMkLst>
        </pc:spChg>
        <pc:spChg chg="add del mod">
          <ac:chgData name="SAI GAYATHRI REDDY BHIMIREDDY" userId="db39b55f2a5aaf98" providerId="LiveId" clId="{66D03B86-2E07-45AE-B797-7F57626C1B4C}" dt="2022-10-21T05:50:09.020" v="1618" actId="478"/>
          <ac:spMkLst>
            <pc:docMk/>
            <pc:sldMk cId="484121119" sldId="302"/>
            <ac:spMk id="3" creationId="{D7328478-6F66-5416-1509-4FCC23460A2B}"/>
          </ac:spMkLst>
        </pc:spChg>
      </pc:sldChg>
      <pc:sldChg chg="addSp delSp modSp new del mod">
        <pc:chgData name="SAI GAYATHRI REDDY BHIMIREDDY" userId="db39b55f2a5aaf98" providerId="LiveId" clId="{66D03B86-2E07-45AE-B797-7F57626C1B4C}" dt="2022-10-21T04:30:15.641" v="1267" actId="47"/>
        <pc:sldMkLst>
          <pc:docMk/>
          <pc:sldMk cId="76574811" sldId="303"/>
        </pc:sldMkLst>
        <pc:spChg chg="del">
          <ac:chgData name="SAI GAYATHRI REDDY BHIMIREDDY" userId="db39b55f2a5aaf98" providerId="LiveId" clId="{66D03B86-2E07-45AE-B797-7F57626C1B4C}" dt="2022-10-20T17:36:18.462" v="437" actId="478"/>
          <ac:spMkLst>
            <pc:docMk/>
            <pc:sldMk cId="76574811" sldId="303"/>
            <ac:spMk id="2" creationId="{49F415EC-C9AF-97FA-B8E3-264F55093ED5}"/>
          </ac:spMkLst>
        </pc:spChg>
        <pc:spChg chg="add mod">
          <ac:chgData name="SAI GAYATHRI REDDY BHIMIREDDY" userId="db39b55f2a5aaf98" providerId="LiveId" clId="{66D03B86-2E07-45AE-B797-7F57626C1B4C}" dt="2022-10-21T04:29:09.875" v="1250" actId="21"/>
          <ac:spMkLst>
            <pc:docMk/>
            <pc:sldMk cId="76574811" sldId="303"/>
            <ac:spMk id="3" creationId="{F2B0D561-D2B8-C5B5-47BD-EC51FE082DA5}"/>
          </ac:spMkLst>
        </pc:spChg>
      </pc:sldChg>
      <pc:sldChg chg="addSp modSp new mod">
        <pc:chgData name="SAI GAYATHRI REDDY BHIMIREDDY" userId="db39b55f2a5aaf98" providerId="LiveId" clId="{66D03B86-2E07-45AE-B797-7F57626C1B4C}" dt="2022-10-21T04:24:59.264" v="1230" actId="403"/>
        <pc:sldMkLst>
          <pc:docMk/>
          <pc:sldMk cId="2517833175" sldId="304"/>
        </pc:sldMkLst>
        <pc:spChg chg="mod">
          <ac:chgData name="SAI GAYATHRI REDDY BHIMIREDDY" userId="db39b55f2a5aaf98" providerId="LiveId" clId="{66D03B86-2E07-45AE-B797-7F57626C1B4C}" dt="2022-10-21T04:24:59.264" v="1230" actId="403"/>
          <ac:spMkLst>
            <pc:docMk/>
            <pc:sldMk cId="2517833175" sldId="304"/>
            <ac:spMk id="2" creationId="{BFD4B013-FC08-5E82-02D6-A41C5F5A2F4D}"/>
          </ac:spMkLst>
        </pc:spChg>
        <pc:spChg chg="add mod">
          <ac:chgData name="SAI GAYATHRI REDDY BHIMIREDDY" userId="db39b55f2a5aaf98" providerId="LiveId" clId="{66D03B86-2E07-45AE-B797-7F57626C1B4C}" dt="2022-10-21T04:24:53.042" v="1229" actId="255"/>
          <ac:spMkLst>
            <pc:docMk/>
            <pc:sldMk cId="2517833175" sldId="304"/>
            <ac:spMk id="3" creationId="{8E5691E8-8E17-5894-BBE5-E1A1964E60B4}"/>
          </ac:spMkLst>
        </pc:spChg>
      </pc:sldChg>
      <pc:sldChg chg="addSp delSp modSp new mod">
        <pc:chgData name="SAI GAYATHRI REDDY BHIMIREDDY" userId="db39b55f2a5aaf98" providerId="LiveId" clId="{66D03B86-2E07-45AE-B797-7F57626C1B4C}" dt="2022-10-21T06:00:11.977" v="1693" actId="14100"/>
        <pc:sldMkLst>
          <pc:docMk/>
          <pc:sldMk cId="2998028119" sldId="305"/>
        </pc:sldMkLst>
        <pc:spChg chg="add mod">
          <ac:chgData name="SAI GAYATHRI REDDY BHIMIREDDY" userId="db39b55f2a5aaf98" providerId="LiveId" clId="{66D03B86-2E07-45AE-B797-7F57626C1B4C}" dt="2022-10-21T06:00:11.977" v="1693" actId="14100"/>
          <ac:spMkLst>
            <pc:docMk/>
            <pc:sldMk cId="2998028119" sldId="305"/>
            <ac:spMk id="2" creationId="{7797AE7A-B5A6-9A61-8657-36FF8AB38C21}"/>
          </ac:spMkLst>
        </pc:spChg>
        <pc:spChg chg="del">
          <ac:chgData name="SAI GAYATHRI REDDY BHIMIREDDY" userId="db39b55f2a5aaf98" providerId="LiveId" clId="{66D03B86-2E07-45AE-B797-7F57626C1B4C}" dt="2022-10-20T17:44:09.954" v="597" actId="478"/>
          <ac:spMkLst>
            <pc:docMk/>
            <pc:sldMk cId="2998028119" sldId="305"/>
            <ac:spMk id="2" creationId="{DDC47CC5-2C14-3E8F-5685-568AE43B975C}"/>
          </ac:spMkLst>
        </pc:spChg>
        <pc:spChg chg="add del mod">
          <ac:chgData name="SAI GAYATHRI REDDY BHIMIREDDY" userId="db39b55f2a5aaf98" providerId="LiveId" clId="{66D03B86-2E07-45AE-B797-7F57626C1B4C}" dt="2022-10-21T05:50:42.307" v="1621" actId="478"/>
          <ac:spMkLst>
            <pc:docMk/>
            <pc:sldMk cId="2998028119" sldId="305"/>
            <ac:spMk id="4" creationId="{442AC76D-BF10-BCB5-B47B-710B858D408A}"/>
          </ac:spMkLst>
        </pc:spChg>
        <pc:picChg chg="add del mod">
          <ac:chgData name="SAI GAYATHRI REDDY BHIMIREDDY" userId="db39b55f2a5aaf98" providerId="LiveId" clId="{66D03B86-2E07-45AE-B797-7F57626C1B4C}" dt="2022-10-21T04:42:40.506" v="1374" actId="478"/>
          <ac:picMkLst>
            <pc:docMk/>
            <pc:sldMk cId="2998028119" sldId="305"/>
            <ac:picMk id="3" creationId="{1D73C6DE-0C2A-8C9F-D8BB-DDE9AA82B9BD}"/>
          </ac:picMkLst>
        </pc:picChg>
      </pc:sldChg>
      <pc:sldChg chg="addSp delSp modSp new del mod">
        <pc:chgData name="SAI GAYATHRI REDDY BHIMIREDDY" userId="db39b55f2a5aaf98" providerId="LiveId" clId="{66D03B86-2E07-45AE-B797-7F57626C1B4C}" dt="2022-10-21T04:44:17.449" v="1398" actId="47"/>
        <pc:sldMkLst>
          <pc:docMk/>
          <pc:sldMk cId="2925395051" sldId="306"/>
        </pc:sldMkLst>
        <pc:spChg chg="del">
          <ac:chgData name="SAI GAYATHRI REDDY BHIMIREDDY" userId="db39b55f2a5aaf98" providerId="LiveId" clId="{66D03B86-2E07-45AE-B797-7F57626C1B4C}" dt="2022-10-20T17:45:21.759" v="609" actId="478"/>
          <ac:spMkLst>
            <pc:docMk/>
            <pc:sldMk cId="2925395051" sldId="306"/>
            <ac:spMk id="2" creationId="{2600D32A-32F2-7153-54E3-7BDDC075A5D6}"/>
          </ac:spMkLst>
        </pc:spChg>
        <pc:spChg chg="add del mod">
          <ac:chgData name="SAI GAYATHRI REDDY BHIMIREDDY" userId="db39b55f2a5aaf98" providerId="LiveId" clId="{66D03B86-2E07-45AE-B797-7F57626C1B4C}" dt="2022-10-21T04:43:08.687" v="1377"/>
          <ac:spMkLst>
            <pc:docMk/>
            <pc:sldMk cId="2925395051" sldId="306"/>
            <ac:spMk id="3" creationId="{9F313A89-2CF4-3C3E-4047-D8DE31489E96}"/>
          </ac:spMkLst>
        </pc:spChg>
      </pc:sldChg>
      <pc:sldChg chg="addSp delSp modSp new mod">
        <pc:chgData name="SAI GAYATHRI REDDY BHIMIREDDY" userId="db39b55f2a5aaf98" providerId="LiveId" clId="{66D03B86-2E07-45AE-B797-7F57626C1B4C}" dt="2022-10-21T05:01:03.139" v="1487" actId="2711"/>
        <pc:sldMkLst>
          <pc:docMk/>
          <pc:sldMk cId="2624860434" sldId="307"/>
        </pc:sldMkLst>
        <pc:spChg chg="del">
          <ac:chgData name="SAI GAYATHRI REDDY BHIMIREDDY" userId="db39b55f2a5aaf98" providerId="LiveId" clId="{66D03B86-2E07-45AE-B797-7F57626C1B4C}" dt="2022-10-20T17:46:28.095" v="614" actId="478"/>
          <ac:spMkLst>
            <pc:docMk/>
            <pc:sldMk cId="2624860434" sldId="307"/>
            <ac:spMk id="2" creationId="{08B1EFCE-0D7F-5350-CF4C-91E21F95A507}"/>
          </ac:spMkLst>
        </pc:spChg>
        <pc:spChg chg="add mod">
          <ac:chgData name="SAI GAYATHRI REDDY BHIMIREDDY" userId="db39b55f2a5aaf98" providerId="LiveId" clId="{66D03B86-2E07-45AE-B797-7F57626C1B4C}" dt="2022-10-21T05:01:03.139" v="1487" actId="2711"/>
          <ac:spMkLst>
            <pc:docMk/>
            <pc:sldMk cId="2624860434" sldId="307"/>
            <ac:spMk id="3" creationId="{5C6EECAD-5594-16E0-845E-DA0B2DD6B158}"/>
          </ac:spMkLst>
        </pc:spChg>
      </pc:sldChg>
      <pc:sldChg chg="addSp delSp modSp new mod">
        <pc:chgData name="SAI GAYATHRI REDDY BHIMIREDDY" userId="db39b55f2a5aaf98" providerId="LiveId" clId="{66D03B86-2E07-45AE-B797-7F57626C1B4C}" dt="2022-10-21T04:52:40.596" v="1473" actId="11"/>
        <pc:sldMkLst>
          <pc:docMk/>
          <pc:sldMk cId="2887750799" sldId="308"/>
        </pc:sldMkLst>
        <pc:spChg chg="del">
          <ac:chgData name="SAI GAYATHRI REDDY BHIMIREDDY" userId="db39b55f2a5aaf98" providerId="LiveId" clId="{66D03B86-2E07-45AE-B797-7F57626C1B4C}" dt="2022-10-20T17:48:21.118" v="628" actId="478"/>
          <ac:spMkLst>
            <pc:docMk/>
            <pc:sldMk cId="2887750799" sldId="308"/>
            <ac:spMk id="2" creationId="{CBC6F58E-A30B-8955-62A8-B2DC26D26916}"/>
          </ac:spMkLst>
        </pc:spChg>
        <pc:spChg chg="add mod">
          <ac:chgData name="SAI GAYATHRI REDDY BHIMIREDDY" userId="db39b55f2a5aaf98" providerId="LiveId" clId="{66D03B86-2E07-45AE-B797-7F57626C1B4C}" dt="2022-10-21T04:52:40.596" v="1473" actId="11"/>
          <ac:spMkLst>
            <pc:docMk/>
            <pc:sldMk cId="2887750799" sldId="308"/>
            <ac:spMk id="3" creationId="{77D22E79-F2C6-7B64-8AA8-C471019F9479}"/>
          </ac:spMkLst>
        </pc:spChg>
      </pc:sldChg>
      <pc:sldChg chg="addSp delSp modSp new mod">
        <pc:chgData name="SAI GAYATHRI REDDY BHIMIREDDY" userId="db39b55f2a5aaf98" providerId="LiveId" clId="{66D03B86-2E07-45AE-B797-7F57626C1B4C}" dt="2022-10-21T04:47:56.955" v="1425" actId="255"/>
        <pc:sldMkLst>
          <pc:docMk/>
          <pc:sldMk cId="3255159128" sldId="309"/>
        </pc:sldMkLst>
        <pc:spChg chg="del">
          <ac:chgData name="SAI GAYATHRI REDDY BHIMIREDDY" userId="db39b55f2a5aaf98" providerId="LiveId" clId="{66D03B86-2E07-45AE-B797-7F57626C1B4C}" dt="2022-10-20T17:48:31.975" v="630" actId="478"/>
          <ac:spMkLst>
            <pc:docMk/>
            <pc:sldMk cId="3255159128" sldId="309"/>
            <ac:spMk id="2" creationId="{0BDD6EB2-26CE-8769-ECB2-DB7ED772E093}"/>
          </ac:spMkLst>
        </pc:spChg>
        <pc:spChg chg="add mod">
          <ac:chgData name="SAI GAYATHRI REDDY BHIMIREDDY" userId="db39b55f2a5aaf98" providerId="LiveId" clId="{66D03B86-2E07-45AE-B797-7F57626C1B4C}" dt="2022-10-21T04:47:56.955" v="1425" actId="255"/>
          <ac:spMkLst>
            <pc:docMk/>
            <pc:sldMk cId="3255159128" sldId="309"/>
            <ac:spMk id="3" creationId="{FE16570F-1E8C-4D52-B2C1-AB0DF60508C6}"/>
          </ac:spMkLst>
        </pc:spChg>
      </pc:sldChg>
      <pc:sldChg chg="addSp delSp modSp new mod">
        <pc:chgData name="SAI GAYATHRI REDDY BHIMIREDDY" userId="db39b55f2a5aaf98" providerId="LiveId" clId="{66D03B86-2E07-45AE-B797-7F57626C1B4C}" dt="2022-10-20T18:00:03.608" v="706" actId="478"/>
        <pc:sldMkLst>
          <pc:docMk/>
          <pc:sldMk cId="3385370214" sldId="310"/>
        </pc:sldMkLst>
        <pc:spChg chg="del">
          <ac:chgData name="SAI GAYATHRI REDDY BHIMIREDDY" userId="db39b55f2a5aaf98" providerId="LiveId" clId="{66D03B86-2E07-45AE-B797-7F57626C1B4C}" dt="2022-10-20T18:00:03.608" v="706" actId="478"/>
          <ac:spMkLst>
            <pc:docMk/>
            <pc:sldMk cId="3385370214" sldId="310"/>
            <ac:spMk id="2" creationId="{71CC6B4E-E874-3ABE-9DCA-21CEAB95D84D}"/>
          </ac:spMkLst>
        </pc:spChg>
        <pc:picChg chg="add mod">
          <ac:chgData name="SAI GAYATHRI REDDY BHIMIREDDY" userId="db39b55f2a5aaf98" providerId="LiveId" clId="{66D03B86-2E07-45AE-B797-7F57626C1B4C}" dt="2022-10-20T17:58:26.623" v="699" actId="1076"/>
          <ac:picMkLst>
            <pc:docMk/>
            <pc:sldMk cId="3385370214" sldId="310"/>
            <ac:picMk id="4" creationId="{B56837DA-236C-4EFE-C8E5-7FE0A422C152}"/>
          </ac:picMkLst>
        </pc:picChg>
        <pc:picChg chg="add mod">
          <ac:chgData name="SAI GAYATHRI REDDY BHIMIREDDY" userId="db39b55f2a5aaf98" providerId="LiveId" clId="{66D03B86-2E07-45AE-B797-7F57626C1B4C}" dt="2022-10-20T17:58:56.417" v="701" actId="1076"/>
          <ac:picMkLst>
            <pc:docMk/>
            <pc:sldMk cId="3385370214" sldId="310"/>
            <ac:picMk id="6" creationId="{210B2176-6829-7C44-9424-0219A541C260}"/>
          </ac:picMkLst>
        </pc:picChg>
        <pc:picChg chg="add mod">
          <ac:chgData name="SAI GAYATHRI REDDY BHIMIREDDY" userId="db39b55f2a5aaf98" providerId="LiveId" clId="{66D03B86-2E07-45AE-B797-7F57626C1B4C}" dt="2022-10-20T17:59:19.631" v="703" actId="1076"/>
          <ac:picMkLst>
            <pc:docMk/>
            <pc:sldMk cId="3385370214" sldId="310"/>
            <ac:picMk id="8" creationId="{048DCA3F-71B2-985A-A905-7F7E7C032174}"/>
          </ac:picMkLst>
        </pc:picChg>
        <pc:picChg chg="add mod">
          <ac:chgData name="SAI GAYATHRI REDDY BHIMIREDDY" userId="db39b55f2a5aaf98" providerId="LiveId" clId="{66D03B86-2E07-45AE-B797-7F57626C1B4C}" dt="2022-10-20T17:59:56.582" v="705" actId="1076"/>
          <ac:picMkLst>
            <pc:docMk/>
            <pc:sldMk cId="3385370214" sldId="310"/>
            <ac:picMk id="10" creationId="{9A792FDB-168D-F0B9-5C1D-BFA8908E4F2D}"/>
          </ac:picMkLst>
        </pc:picChg>
      </pc:sldChg>
      <pc:sldChg chg="addSp delSp modSp new mod">
        <pc:chgData name="SAI GAYATHRI REDDY BHIMIREDDY" userId="db39b55f2a5aaf98" providerId="LiveId" clId="{66D03B86-2E07-45AE-B797-7F57626C1B4C}" dt="2022-10-20T18:02:54.418" v="724" actId="14100"/>
        <pc:sldMkLst>
          <pc:docMk/>
          <pc:sldMk cId="2292149686" sldId="311"/>
        </pc:sldMkLst>
        <pc:spChg chg="del">
          <ac:chgData name="SAI GAYATHRI REDDY BHIMIREDDY" userId="db39b55f2a5aaf98" providerId="LiveId" clId="{66D03B86-2E07-45AE-B797-7F57626C1B4C}" dt="2022-10-20T18:00:35.379" v="708" actId="478"/>
          <ac:spMkLst>
            <pc:docMk/>
            <pc:sldMk cId="2292149686" sldId="311"/>
            <ac:spMk id="2" creationId="{D36467AC-CE32-164D-ACBD-80BD2D3E46C0}"/>
          </ac:spMkLst>
        </pc:spChg>
        <pc:picChg chg="add mod">
          <ac:chgData name="SAI GAYATHRI REDDY BHIMIREDDY" userId="db39b55f2a5aaf98" providerId="LiveId" clId="{66D03B86-2E07-45AE-B797-7F57626C1B4C}" dt="2022-10-20T18:02:39.803" v="719" actId="14100"/>
          <ac:picMkLst>
            <pc:docMk/>
            <pc:sldMk cId="2292149686" sldId="311"/>
            <ac:picMk id="4" creationId="{95916B40-C9E0-C54A-7F31-93B10550E167}"/>
          </ac:picMkLst>
        </pc:picChg>
        <pc:picChg chg="add mod">
          <ac:chgData name="SAI GAYATHRI REDDY BHIMIREDDY" userId="db39b55f2a5aaf98" providerId="LiveId" clId="{66D03B86-2E07-45AE-B797-7F57626C1B4C}" dt="2022-10-20T18:02:44.039" v="720" actId="14100"/>
          <ac:picMkLst>
            <pc:docMk/>
            <pc:sldMk cId="2292149686" sldId="311"/>
            <ac:picMk id="6" creationId="{B1828B30-7E36-FBBB-6B83-8CEE02C7846D}"/>
          </ac:picMkLst>
        </pc:picChg>
        <pc:picChg chg="add mod">
          <ac:chgData name="SAI GAYATHRI REDDY BHIMIREDDY" userId="db39b55f2a5aaf98" providerId="LiveId" clId="{66D03B86-2E07-45AE-B797-7F57626C1B4C}" dt="2022-10-20T18:02:47.523" v="722" actId="14100"/>
          <ac:picMkLst>
            <pc:docMk/>
            <pc:sldMk cId="2292149686" sldId="311"/>
            <ac:picMk id="8" creationId="{4B00F99D-3D66-F8DC-521F-537171B5C9F1}"/>
          </ac:picMkLst>
        </pc:picChg>
        <pc:picChg chg="add mod">
          <ac:chgData name="SAI GAYATHRI REDDY BHIMIREDDY" userId="db39b55f2a5aaf98" providerId="LiveId" clId="{66D03B86-2E07-45AE-B797-7F57626C1B4C}" dt="2022-10-20T18:02:50.874" v="723" actId="14100"/>
          <ac:picMkLst>
            <pc:docMk/>
            <pc:sldMk cId="2292149686" sldId="311"/>
            <ac:picMk id="10" creationId="{3684B88E-6892-300A-B965-03BC073D7137}"/>
          </ac:picMkLst>
        </pc:picChg>
        <pc:picChg chg="add mod">
          <ac:chgData name="SAI GAYATHRI REDDY BHIMIREDDY" userId="db39b55f2a5aaf98" providerId="LiveId" clId="{66D03B86-2E07-45AE-B797-7F57626C1B4C}" dt="2022-10-20T18:02:54.418" v="724" actId="14100"/>
          <ac:picMkLst>
            <pc:docMk/>
            <pc:sldMk cId="2292149686" sldId="311"/>
            <ac:picMk id="12" creationId="{7D08E20F-C73B-B8B6-B891-254347025EC2}"/>
          </ac:picMkLst>
        </pc:picChg>
      </pc:sldChg>
      <pc:sldChg chg="addSp delSp modSp new mod">
        <pc:chgData name="SAI GAYATHRI REDDY BHIMIREDDY" userId="db39b55f2a5aaf98" providerId="LiveId" clId="{66D03B86-2E07-45AE-B797-7F57626C1B4C}" dt="2022-10-21T10:09:34.184" v="1696" actId="1036"/>
        <pc:sldMkLst>
          <pc:docMk/>
          <pc:sldMk cId="307130458" sldId="312"/>
        </pc:sldMkLst>
        <pc:spChg chg="del">
          <ac:chgData name="SAI GAYATHRI REDDY BHIMIREDDY" userId="db39b55f2a5aaf98" providerId="LiveId" clId="{66D03B86-2E07-45AE-B797-7F57626C1B4C}" dt="2022-10-20T18:28:35.462" v="917" actId="478"/>
          <ac:spMkLst>
            <pc:docMk/>
            <pc:sldMk cId="307130458" sldId="312"/>
            <ac:spMk id="2" creationId="{C89D51E7-E014-8CE4-5818-54A8661530A2}"/>
          </ac:spMkLst>
        </pc:spChg>
        <pc:graphicFrameChg chg="add mod modGraphic">
          <ac:chgData name="SAI GAYATHRI REDDY BHIMIREDDY" userId="db39b55f2a5aaf98" providerId="LiveId" clId="{66D03B86-2E07-45AE-B797-7F57626C1B4C}" dt="2022-10-21T10:09:34.184" v="1696" actId="1036"/>
          <ac:graphicFrameMkLst>
            <pc:docMk/>
            <pc:sldMk cId="307130458" sldId="312"/>
            <ac:graphicFrameMk id="3" creationId="{F6BE8799-903A-DD6C-52E8-FF86A3244D14}"/>
          </ac:graphicFrameMkLst>
        </pc:graphicFrameChg>
      </pc:sldChg>
      <pc:sldChg chg="modSp add mod">
        <pc:chgData name="SAI GAYATHRI REDDY BHIMIREDDY" userId="db39b55f2a5aaf98" providerId="LiveId" clId="{66D03B86-2E07-45AE-B797-7F57626C1B4C}" dt="2022-10-21T05:57:39.495" v="1653" actId="14734"/>
        <pc:sldMkLst>
          <pc:docMk/>
          <pc:sldMk cId="2186034116" sldId="313"/>
        </pc:sldMkLst>
        <pc:graphicFrameChg chg="mod modGraphic">
          <ac:chgData name="SAI GAYATHRI REDDY BHIMIREDDY" userId="db39b55f2a5aaf98" providerId="LiveId" clId="{66D03B86-2E07-45AE-B797-7F57626C1B4C}" dt="2022-10-21T05:57:39.495" v="1653" actId="14734"/>
          <ac:graphicFrameMkLst>
            <pc:docMk/>
            <pc:sldMk cId="2186034116" sldId="313"/>
            <ac:graphicFrameMk id="3" creationId="{F6BE8799-903A-DD6C-52E8-FF86A3244D14}"/>
          </ac:graphicFrameMkLst>
        </pc:graphicFrameChg>
      </pc:sldChg>
      <pc:sldChg chg="modSp add mod">
        <pc:chgData name="SAI GAYATHRI REDDY BHIMIREDDY" userId="db39b55f2a5aaf98" providerId="LiveId" clId="{66D03B86-2E07-45AE-B797-7F57626C1B4C}" dt="2022-10-21T05:42:48.526" v="1598" actId="404"/>
        <pc:sldMkLst>
          <pc:docMk/>
          <pc:sldMk cId="2146547762" sldId="314"/>
        </pc:sldMkLst>
        <pc:graphicFrameChg chg="mod modGraphic">
          <ac:chgData name="SAI GAYATHRI REDDY BHIMIREDDY" userId="db39b55f2a5aaf98" providerId="LiveId" clId="{66D03B86-2E07-45AE-B797-7F57626C1B4C}" dt="2022-10-21T05:42:48.526" v="1598" actId="404"/>
          <ac:graphicFrameMkLst>
            <pc:docMk/>
            <pc:sldMk cId="2146547762" sldId="314"/>
            <ac:graphicFrameMk id="3" creationId="{F6BE8799-903A-DD6C-52E8-FF86A3244D14}"/>
          </ac:graphicFrameMkLst>
        </pc:graphicFrameChg>
      </pc:sldChg>
      <pc:sldChg chg="addSp delSp modSp new mod">
        <pc:chgData name="SAI GAYATHRI REDDY BHIMIREDDY" userId="db39b55f2a5aaf98" providerId="LiveId" clId="{66D03B86-2E07-45AE-B797-7F57626C1B4C}" dt="2022-10-21T05:26:05.593" v="1573" actId="14100"/>
        <pc:sldMkLst>
          <pc:docMk/>
          <pc:sldMk cId="1118689201" sldId="315"/>
        </pc:sldMkLst>
        <pc:spChg chg="del">
          <ac:chgData name="SAI GAYATHRI REDDY BHIMIREDDY" userId="db39b55f2a5aaf98" providerId="LiveId" clId="{66D03B86-2E07-45AE-B797-7F57626C1B4C}" dt="2022-10-21T05:20:11.980" v="1544" actId="478"/>
          <ac:spMkLst>
            <pc:docMk/>
            <pc:sldMk cId="1118689201" sldId="315"/>
            <ac:spMk id="2" creationId="{0B3CD71B-1353-90D6-3D9E-84CF2ED37DB9}"/>
          </ac:spMkLst>
        </pc:spChg>
        <pc:spChg chg="add mod">
          <ac:chgData name="SAI GAYATHRI REDDY BHIMIREDDY" userId="db39b55f2a5aaf98" providerId="LiveId" clId="{66D03B86-2E07-45AE-B797-7F57626C1B4C}" dt="2022-10-21T05:26:05.593" v="1573" actId="14100"/>
          <ac:spMkLst>
            <pc:docMk/>
            <pc:sldMk cId="1118689201" sldId="315"/>
            <ac:spMk id="3" creationId="{924CDC2B-4C70-3DC0-2FB0-9275131B24EC}"/>
          </ac:spMkLst>
        </pc:spChg>
      </pc:sldChg>
      <pc:sldChg chg="new del">
        <pc:chgData name="SAI GAYATHRI REDDY BHIMIREDDY" userId="db39b55f2a5aaf98" providerId="LiveId" clId="{66D03B86-2E07-45AE-B797-7F57626C1B4C}" dt="2022-10-21T04:53:22.733" v="1475" actId="680"/>
        <pc:sldMkLst>
          <pc:docMk/>
          <pc:sldMk cId="3601802750" sldId="315"/>
        </pc:sldMkLst>
      </pc:sldChg>
      <pc:sldChg chg="addSp delSp modSp new mod">
        <pc:chgData name="SAI GAYATHRI REDDY BHIMIREDDY" userId="db39b55f2a5aaf98" providerId="LiveId" clId="{66D03B86-2E07-45AE-B797-7F57626C1B4C}" dt="2022-10-21T05:58:08.537" v="1654" actId="2711"/>
        <pc:sldMkLst>
          <pc:docMk/>
          <pc:sldMk cId="608599325" sldId="316"/>
        </pc:sldMkLst>
        <pc:spChg chg="del">
          <ac:chgData name="SAI GAYATHRI REDDY BHIMIREDDY" userId="db39b55f2a5aaf98" providerId="LiveId" clId="{66D03B86-2E07-45AE-B797-7F57626C1B4C}" dt="2022-10-21T05:48:40.958" v="1611" actId="478"/>
          <ac:spMkLst>
            <pc:docMk/>
            <pc:sldMk cId="608599325" sldId="316"/>
            <ac:spMk id="2" creationId="{D3CD5519-8FD3-7D76-CC54-76D5ED842615}"/>
          </ac:spMkLst>
        </pc:spChg>
        <pc:spChg chg="add del">
          <ac:chgData name="SAI GAYATHRI REDDY BHIMIREDDY" userId="db39b55f2a5aaf98" providerId="LiveId" clId="{66D03B86-2E07-45AE-B797-7F57626C1B4C}" dt="2022-10-21T05:49:04.198" v="1614" actId="478"/>
          <ac:spMkLst>
            <pc:docMk/>
            <pc:sldMk cId="608599325" sldId="316"/>
            <ac:spMk id="4" creationId="{E0A7F3EC-79A7-A960-EF72-5FA9B1A38109}"/>
          </ac:spMkLst>
        </pc:spChg>
        <pc:spChg chg="add mod">
          <ac:chgData name="SAI GAYATHRI REDDY BHIMIREDDY" userId="db39b55f2a5aaf98" providerId="LiveId" clId="{66D03B86-2E07-45AE-B797-7F57626C1B4C}" dt="2022-10-21T05:58:08.537" v="1654" actId="2711"/>
          <ac:spMkLst>
            <pc:docMk/>
            <pc:sldMk cId="608599325" sldId="316"/>
            <ac:spMk id="6" creationId="{1C476202-F69E-F89D-1F9A-B7F96875AEC2}"/>
          </ac:spMkLst>
        </pc:spChg>
        <pc:picChg chg="add mod">
          <ac:chgData name="SAI GAYATHRI REDDY BHIMIREDDY" userId="db39b55f2a5aaf98" providerId="LiveId" clId="{66D03B86-2E07-45AE-B797-7F57626C1B4C}" dt="2022-10-21T05:49:01.602" v="1613"/>
          <ac:picMkLst>
            <pc:docMk/>
            <pc:sldMk cId="608599325" sldId="316"/>
            <ac:picMk id="5" creationId="{09778CBA-D122-6C93-4C71-04644E58D95A}"/>
          </ac:picMkLst>
        </pc:picChg>
      </pc:sldChg>
      <pc:sldChg chg="add del">
        <pc:chgData name="SAI GAYATHRI REDDY BHIMIREDDY" userId="db39b55f2a5aaf98" providerId="LiveId" clId="{66D03B86-2E07-45AE-B797-7F57626C1B4C}" dt="2022-10-21T05:48:34.270" v="1609" actId="2890"/>
        <pc:sldMkLst>
          <pc:docMk/>
          <pc:sldMk cId="1748379132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pPr/>
              <a:t>1</a:t>
            </a:fld>
            <a:endParaRPr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62000" y="1017234"/>
            <a:ext cx="7696200" cy="9144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lang="en-IN" sz="3000" dirty="0"/>
              <a:t>Handwriting Analysis using Graphology</a:t>
            </a:r>
            <a:endParaRPr sz="30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pSp>
        <p:nvGrpSpPr>
          <p:cNvPr id="135" name="Group"/>
          <p:cNvGrpSpPr/>
          <p:nvPr/>
        </p:nvGrpSpPr>
        <p:grpSpPr>
          <a:xfrm>
            <a:off x="457200" y="1981200"/>
            <a:ext cx="8097814" cy="3265503"/>
            <a:chOff x="0" y="0"/>
            <a:chExt cx="8097813" cy="3788885"/>
          </a:xfrm>
        </p:grpSpPr>
        <p:sp>
          <p:nvSpPr>
            <p:cNvPr id="133" name="Rectangle"/>
            <p:cNvSpPr/>
            <p:nvPr/>
          </p:nvSpPr>
          <p:spPr>
            <a:xfrm>
              <a:off x="0" y="0"/>
              <a:ext cx="8097814" cy="37888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134" name="Team Members     Group No: 13…"/>
            <p:cNvSpPr txBox="1"/>
            <p:nvPr/>
          </p:nvSpPr>
          <p:spPr>
            <a:xfrm>
              <a:off x="44575" y="0"/>
              <a:ext cx="8008664" cy="35435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 lang="en-IN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dirty="0"/>
                <a:t>Team Members	 			</a:t>
              </a:r>
              <a:r>
                <a:rPr lang="en-US" dirty="0"/>
                <a:t>Tag: SECURITY</a:t>
              </a:r>
              <a:r>
                <a:rPr b="0" dirty="0"/>
                <a:t>		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 lang="en-IN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dirty="0"/>
                <a:t> Project  Advisor:</a:t>
              </a:r>
              <a:r>
                <a:rPr lang="en-IN" dirty="0"/>
                <a:t> Ms. P. </a:t>
              </a:r>
              <a:r>
                <a:rPr lang="en-IN" dirty="0" err="1"/>
                <a:t>Malathi</a:t>
              </a:r>
              <a:endParaRPr lang="en-IN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 dirty="0"/>
                <a:t>                                        (Assistant Professor – CSE)</a:t>
              </a:r>
              <a:endParaRPr dirty="0"/>
            </a:p>
          </p:txBody>
        </p:sp>
      </p:grp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800222376"/>
              </p:ext>
            </p:extLst>
          </p:nvPr>
        </p:nvGraphicFramePr>
        <p:xfrm>
          <a:off x="571500" y="2819961"/>
          <a:ext cx="8000999" cy="230245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0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38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6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CB.EN.U4CSE19012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B. SAI GAYATHRI REDDY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A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6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CB.EN.U4CSE19015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E. SAHITYA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A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79378"/>
                  </a:ext>
                </a:extLst>
              </a:tr>
              <a:tr h="44326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CB.EN.U4CSE19019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G.L.SRESHTA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A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218014"/>
                  </a:ext>
                </a:extLst>
              </a:tr>
              <a:tr h="44326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CB.EN.U4CSE19623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J.SAI RUPA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F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10698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953" y="1390077"/>
            <a:ext cx="7853732" cy="592000"/>
          </a:xfrm>
        </p:spPr>
        <p:txBody>
          <a:bodyPr/>
          <a:lstStyle/>
          <a:p>
            <a:r>
              <a:rPr lang="en-US" dirty="0"/>
              <a:t>PROPOSED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37176-499C-EB17-A6F8-4E561F077753}"/>
              </a:ext>
            </a:extLst>
          </p:cNvPr>
          <p:cNvSpPr txBox="1"/>
          <p:nvPr/>
        </p:nvSpPr>
        <p:spPr>
          <a:xfrm>
            <a:off x="743279" y="2236563"/>
            <a:ext cx="7501812" cy="34009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1). Text Image Acquisition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2). Pre processing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	a). Resizing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	b).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Color</a:t>
            </a: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 Conversion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3). ROI Segmentation using Improved Morphology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4). Classification using Deep Learning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5). Get Fingerprint Image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6). Repeated line tracking for Feature extraction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7). Check Authentication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8). If authenticated result will be displayed otherwise denied 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pPr/>
              <a:t>3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WORK DONE</a:t>
            </a:r>
            <a:endParaRPr dirty="0"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6E5D6-0169-0211-45C1-F6E5814F9EF9}"/>
              </a:ext>
            </a:extLst>
          </p:cNvPr>
          <p:cNvSpPr txBox="1"/>
          <p:nvPr/>
        </p:nvSpPr>
        <p:spPr>
          <a:xfrm>
            <a:off x="878889" y="2587744"/>
            <a:ext cx="6400800" cy="16825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1). Text Image Acquisition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2). Pre processing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	a). Resizing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	b).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Color</a:t>
            </a: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 Conversion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3). ROI Segmentation using Improved Morphology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8E96-F55D-AF78-9B0A-BF3380D5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1" y="873309"/>
            <a:ext cx="8229600" cy="1508126"/>
          </a:xfrm>
        </p:spPr>
        <p:txBody>
          <a:bodyPr/>
          <a:lstStyle/>
          <a:p>
            <a:r>
              <a:rPr lang="en-IN" dirty="0"/>
              <a:t>WORK LEFT TO 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5364E-949E-9E04-C28E-2E9373389AA7}"/>
              </a:ext>
            </a:extLst>
          </p:cNvPr>
          <p:cNvSpPr txBox="1"/>
          <p:nvPr/>
        </p:nvSpPr>
        <p:spPr>
          <a:xfrm>
            <a:off x="816746" y="2058277"/>
            <a:ext cx="7368466" cy="38318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just">
              <a:spcAft>
                <a:spcPts val="1000"/>
              </a:spcAft>
              <a:buFont typeface="+mj-lt"/>
              <a:buAutoNum type="arabicPeriod"/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Classification using Deep Learning</a:t>
            </a:r>
          </a:p>
          <a:p>
            <a:pPr>
              <a:spcAft>
                <a:spcPts val="10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              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Classification using </a:t>
            </a:r>
            <a:r>
              <a:rPr lang="en-IN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Googlenet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-CNN</a:t>
            </a:r>
          </a:p>
          <a:p>
            <a:pPr lvl="2">
              <a:spcAft>
                <a:spcPts val="1000"/>
              </a:spcAft>
            </a:pPr>
            <a:r>
              <a:rPr lang="en-I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i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)Convolution layer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lvl="2">
              <a:spcAft>
                <a:spcPts val="1000"/>
              </a:spcAft>
            </a:pP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ii)</a:t>
            </a:r>
            <a:r>
              <a:rPr lang="en-I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reluLayer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lvl="2">
              <a:spcAft>
                <a:spcPts val="1000"/>
              </a:spcAft>
            </a:pP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iii)Pooling Layer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lvl="2">
              <a:spcAft>
                <a:spcPts val="1000"/>
              </a:spcAft>
            </a:pP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iv)</a:t>
            </a:r>
            <a:r>
              <a:rPr lang="en-I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fullyConnectedLayer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lvl="2"/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v)</a:t>
            </a:r>
            <a:r>
              <a:rPr lang="en-I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dropoutLayer</a:t>
            </a:r>
            <a:endParaRPr lang="en-IN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/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2.     Get Fingerprint Image</a:t>
            </a:r>
            <a:endParaRPr lang="en-IN" sz="1050" dirty="0"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3.     Repeated line tracking for Feature extraction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4.     Check Authentication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5.     If authenticated result will be displayed otherwise denied 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1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1567"/>
            <a:ext cx="8229600" cy="1508126"/>
          </a:xfrm>
        </p:spPr>
        <p:txBody>
          <a:bodyPr/>
          <a:lstStyle/>
          <a:p>
            <a:r>
              <a:rPr lang="en-US" dirty="0"/>
              <a:t>OUTPUT FOR PRE-PROCESSING AND ROI 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75E96-790B-F549-6924-F6A441F6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55" y="3192699"/>
            <a:ext cx="3520745" cy="18746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4BBBC4-D96B-3779-9AB0-6C1F7076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946" y="3210477"/>
            <a:ext cx="3551228" cy="192040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6837DA-236C-4EFE-C8E5-7FE0A422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17" y="1561938"/>
            <a:ext cx="3528366" cy="1867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0B2176-6829-7C44-9424-0219A541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856" y="1554318"/>
            <a:ext cx="3558848" cy="18746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8DCA3F-71B2-985A-A905-7F7E7C032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05" y="3856909"/>
            <a:ext cx="3566469" cy="1867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792FDB-168D-F0B9-5C1D-BFA8908E4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685" y="3889928"/>
            <a:ext cx="3566469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7021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916B40-C9E0-C54A-7F31-93B10550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26" y="1492173"/>
            <a:ext cx="1700594" cy="2035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28B30-7E36-FBBB-6B83-8CEE02C78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766" y="1559483"/>
            <a:ext cx="1686251" cy="20269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00F99D-3D66-F8DC-521F-537171B5C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096" y="1555672"/>
            <a:ext cx="1673455" cy="2030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84B88E-6892-300A-B965-03BC073D7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1040" y="3818813"/>
            <a:ext cx="1506280" cy="19118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08E20F-C73B-B8B6-B891-254347025E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988" y="3873424"/>
            <a:ext cx="1534354" cy="187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4968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8735</TotalTime>
  <Words>248</Words>
  <Application>Microsoft Office PowerPoint</Application>
  <PresentationFormat>On-screen Show (4:3)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11_Default Design</vt:lpstr>
      <vt:lpstr> Handwriting Analysis using Graphology</vt:lpstr>
      <vt:lpstr>PROPOSED METHODOLOGY</vt:lpstr>
      <vt:lpstr>WORK DONE</vt:lpstr>
      <vt:lpstr>WORK LEFT TO DO</vt:lpstr>
      <vt:lpstr>OUTPUT FOR PRE-PROCESSING AND ROI SEGMENTATION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SAI GAYATHRI REDDY BHIMIREDDY</cp:lastModifiedBy>
  <cp:revision>138</cp:revision>
  <dcterms:modified xsi:type="dcterms:W3CDTF">2022-11-01T15:49:41Z</dcterms:modified>
</cp:coreProperties>
</file>
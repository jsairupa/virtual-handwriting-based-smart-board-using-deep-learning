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94" r:id="rId3"/>
    <p:sldId id="257" r:id="rId4"/>
    <p:sldId id="259" r:id="rId5"/>
    <p:sldId id="312" r:id="rId6"/>
    <p:sldId id="313" r:id="rId7"/>
    <p:sldId id="314" r:id="rId8"/>
    <p:sldId id="270" r:id="rId9"/>
    <p:sldId id="287" r:id="rId10"/>
    <p:sldId id="289" r:id="rId11"/>
    <p:sldId id="271" r:id="rId12"/>
    <p:sldId id="304" r:id="rId13"/>
    <p:sldId id="295" r:id="rId14"/>
    <p:sldId id="298" r:id="rId15"/>
    <p:sldId id="299" r:id="rId16"/>
    <p:sldId id="301" r:id="rId17"/>
    <p:sldId id="316" r:id="rId18"/>
    <p:sldId id="302" r:id="rId19"/>
    <p:sldId id="305" r:id="rId20"/>
    <p:sldId id="307" r:id="rId21"/>
    <p:sldId id="308" r:id="rId22"/>
    <p:sldId id="309" r:id="rId23"/>
    <p:sldId id="296" r:id="rId24"/>
    <p:sldId id="310" r:id="rId25"/>
    <p:sldId id="311" r:id="rId26"/>
    <p:sldId id="318" r:id="rId27"/>
    <p:sldId id="319" r:id="rId28"/>
    <p:sldId id="317" r:id="rId29"/>
    <p:sldId id="297" r:id="rId30"/>
    <p:sldId id="284" r:id="rId31"/>
    <p:sldId id="264" r:id="rId32"/>
    <p:sldId id="315" r:id="rId33"/>
    <p:sldId id="293" r:id="rId3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660"/>
  </p:normalViewPr>
  <p:slideViewPr>
    <p:cSldViewPr snapToGrid="0">
      <p:cViewPr varScale="1">
        <p:scale>
          <a:sx n="86" d="100"/>
          <a:sy n="86" d="100"/>
        </p:scale>
        <p:origin x="1315"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GAYATHRI REDDY BHIMIREDDY" userId="db39b55f2a5aaf98" providerId="LiveId" clId="{66D03B86-2E07-45AE-B797-7F57626C1B4C}"/>
    <pc:docChg chg="undo custSel addSld delSld modSld">
      <pc:chgData name="SAI GAYATHRI REDDY BHIMIREDDY" userId="db39b55f2a5aaf98" providerId="LiveId" clId="{66D03B86-2E07-45AE-B797-7F57626C1B4C}" dt="2022-10-21T06:00:11.977" v="1693" actId="14100"/>
      <pc:docMkLst>
        <pc:docMk/>
      </pc:docMkLst>
      <pc:sldChg chg="modSp mod">
        <pc:chgData name="SAI GAYATHRI REDDY BHIMIREDDY" userId="db39b55f2a5aaf98" providerId="LiveId" clId="{66D03B86-2E07-45AE-B797-7F57626C1B4C}" dt="2022-10-21T04:14:33.034" v="1163" actId="6549"/>
        <pc:sldMkLst>
          <pc:docMk/>
          <pc:sldMk cId="0" sldId="256"/>
        </pc:sldMkLst>
        <pc:spChg chg="mod">
          <ac:chgData name="SAI GAYATHRI REDDY BHIMIREDDY" userId="db39b55f2a5aaf98" providerId="LiveId" clId="{66D03B86-2E07-45AE-B797-7F57626C1B4C}" dt="2022-10-21T04:14:14.563" v="1160" actId="255"/>
          <ac:spMkLst>
            <pc:docMk/>
            <pc:sldMk cId="0" sldId="256"/>
            <ac:spMk id="131" creationId="{00000000-0000-0000-0000-000000000000}"/>
          </ac:spMkLst>
        </pc:spChg>
        <pc:spChg chg="mod">
          <ac:chgData name="SAI GAYATHRI REDDY BHIMIREDDY" userId="db39b55f2a5aaf98" providerId="LiveId" clId="{66D03B86-2E07-45AE-B797-7F57626C1B4C}" dt="2022-10-21T04:14:33.034" v="1163" actId="6549"/>
          <ac:spMkLst>
            <pc:docMk/>
            <pc:sldMk cId="0" sldId="256"/>
            <ac:spMk id="134" creationId="{00000000-0000-0000-0000-000000000000}"/>
          </ac:spMkLst>
        </pc:spChg>
        <pc:graphicFrameChg chg="mod">
          <ac:chgData name="SAI GAYATHRI REDDY BHIMIREDDY" userId="db39b55f2a5aaf98" providerId="LiveId" clId="{66D03B86-2E07-45AE-B797-7F57626C1B4C}" dt="2022-10-21T04:14:23.503" v="1161" actId="1076"/>
          <ac:graphicFrameMkLst>
            <pc:docMk/>
            <pc:sldMk cId="0" sldId="256"/>
            <ac:graphicFrameMk id="137" creationId="{00000000-0000-0000-0000-000000000000}"/>
          </ac:graphicFrameMkLst>
        </pc:graphicFrameChg>
      </pc:sldChg>
      <pc:sldChg chg="modSp mod">
        <pc:chgData name="SAI GAYATHRI REDDY BHIMIREDDY" userId="db39b55f2a5aaf98" providerId="LiveId" clId="{66D03B86-2E07-45AE-B797-7F57626C1B4C}" dt="2022-10-21T04:15:04.083" v="1176" actId="14100"/>
        <pc:sldMkLst>
          <pc:docMk/>
          <pc:sldMk cId="0" sldId="257"/>
        </pc:sldMkLst>
        <pc:spChg chg="mod">
          <ac:chgData name="SAI GAYATHRI REDDY BHIMIREDDY" userId="db39b55f2a5aaf98" providerId="LiveId" clId="{66D03B86-2E07-45AE-B797-7F57626C1B4C}" dt="2022-10-21T04:15:04.083" v="1176" actId="14100"/>
          <ac:spMkLst>
            <pc:docMk/>
            <pc:sldMk cId="0" sldId="257"/>
            <ac:spMk id="144" creationId="{00000000-0000-0000-0000-000000000000}"/>
          </ac:spMkLst>
        </pc:spChg>
      </pc:sldChg>
      <pc:sldChg chg="addSp delSp modSp mod">
        <pc:chgData name="SAI GAYATHRI REDDY BHIMIREDDY" userId="db39b55f2a5aaf98" providerId="LiveId" clId="{66D03B86-2E07-45AE-B797-7F57626C1B4C}" dt="2022-10-21T05:56:46.065" v="1648" actId="255"/>
        <pc:sldMkLst>
          <pc:docMk/>
          <pc:sldMk cId="0" sldId="259"/>
        </pc:sldMkLst>
        <pc:spChg chg="mod">
          <ac:chgData name="SAI GAYATHRI REDDY BHIMIREDDY" userId="db39b55f2a5aaf98" providerId="LiveId" clId="{66D03B86-2E07-45AE-B797-7F57626C1B4C}" dt="2022-10-21T03:56:09.129" v="1097" actId="1076"/>
          <ac:spMkLst>
            <pc:docMk/>
            <pc:sldMk cId="0" sldId="259"/>
            <ac:spMk id="157" creationId="{00000000-0000-0000-0000-000000000000}"/>
          </ac:spMkLst>
        </pc:spChg>
        <pc:graphicFrameChg chg="add mod modGraphic">
          <ac:chgData name="SAI GAYATHRI REDDY BHIMIREDDY" userId="db39b55f2a5aaf98" providerId="LiveId" clId="{66D03B86-2E07-45AE-B797-7F57626C1B4C}" dt="2022-10-21T05:56:46.065" v="1648" actId="255"/>
          <ac:graphicFrameMkLst>
            <pc:docMk/>
            <pc:sldMk cId="0" sldId="259"/>
            <ac:graphicFrameMk id="2" creationId="{C6A2F751-EDFF-6A55-2695-4DA9C6214091}"/>
          </ac:graphicFrameMkLst>
        </pc:graphicFrameChg>
        <pc:picChg chg="del mod">
          <ac:chgData name="SAI GAYATHRI REDDY BHIMIREDDY" userId="db39b55f2a5aaf98" providerId="LiveId" clId="{66D03B86-2E07-45AE-B797-7F57626C1B4C}" dt="2022-10-20T18:26:55.061" v="908" actId="478"/>
          <ac:picMkLst>
            <pc:docMk/>
            <pc:sldMk cId="0" sldId="259"/>
            <ac:picMk id="5" creationId="{00000000-0000-0000-0000-000000000000}"/>
          </ac:picMkLst>
        </pc:picChg>
      </pc:sldChg>
      <pc:sldChg chg="modSp mod">
        <pc:chgData name="SAI GAYATHRI REDDY BHIMIREDDY" userId="db39b55f2a5aaf98" providerId="LiveId" clId="{66D03B86-2E07-45AE-B797-7F57626C1B4C}" dt="2022-10-21T05:25:33.726" v="1566" actId="5793"/>
        <pc:sldMkLst>
          <pc:docMk/>
          <pc:sldMk cId="0" sldId="264"/>
        </pc:sldMkLst>
        <pc:spChg chg="mod">
          <ac:chgData name="SAI GAYATHRI REDDY BHIMIREDDY" userId="db39b55f2a5aaf98" providerId="LiveId" clId="{66D03B86-2E07-45AE-B797-7F57626C1B4C}" dt="2022-10-21T05:25:33.726" v="1566" actId="5793"/>
          <ac:spMkLst>
            <pc:docMk/>
            <pc:sldMk cId="0" sldId="264"/>
            <ac:spMk id="2" creationId="{00000000-0000-0000-0000-000000000000}"/>
          </ac:spMkLst>
        </pc:spChg>
      </pc:sldChg>
      <pc:sldChg chg="addSp delSp modSp mod">
        <pc:chgData name="SAI GAYATHRI REDDY BHIMIREDDY" userId="db39b55f2a5aaf98" providerId="LiveId" clId="{66D03B86-2E07-45AE-B797-7F57626C1B4C}" dt="2022-10-21T05:28:56.017" v="1574" actId="14100"/>
        <pc:sldMkLst>
          <pc:docMk/>
          <pc:sldMk cId="918418832" sldId="270"/>
        </pc:sldMkLst>
        <pc:spChg chg="add mod">
          <ac:chgData name="SAI GAYATHRI REDDY BHIMIREDDY" userId="db39b55f2a5aaf98" providerId="LiveId" clId="{66D03B86-2E07-45AE-B797-7F57626C1B4C}" dt="2022-10-20T18:31:35.617" v="962" actId="1076"/>
          <ac:spMkLst>
            <pc:docMk/>
            <pc:sldMk cId="918418832" sldId="270"/>
            <ac:spMk id="2" creationId="{4B1A0AB2-14CA-70D4-950D-50AF2ADA7BBB}"/>
          </ac:spMkLst>
        </pc:spChg>
        <pc:spChg chg="mod">
          <ac:chgData name="SAI GAYATHRI REDDY BHIMIREDDY" userId="db39b55f2a5aaf98" providerId="LiveId" clId="{66D03B86-2E07-45AE-B797-7F57626C1B4C}" dt="2022-10-20T18:30:14.574" v="930" actId="1076"/>
          <ac:spMkLst>
            <pc:docMk/>
            <pc:sldMk cId="918418832" sldId="270"/>
            <ac:spMk id="3" creationId="{00000000-0000-0000-0000-000000000000}"/>
          </ac:spMkLst>
        </pc:spChg>
        <pc:spChg chg="del mod">
          <ac:chgData name="SAI GAYATHRI REDDY BHIMIREDDY" userId="db39b55f2a5aaf98" providerId="LiveId" clId="{66D03B86-2E07-45AE-B797-7F57626C1B4C}" dt="2022-10-20T18:30:12.793" v="929" actId="478"/>
          <ac:spMkLst>
            <pc:docMk/>
            <pc:sldMk cId="918418832" sldId="270"/>
            <ac:spMk id="4" creationId="{00000000-0000-0000-0000-000000000000}"/>
          </ac:spMkLst>
        </pc:spChg>
        <pc:spChg chg="add mod">
          <ac:chgData name="SAI GAYATHRI REDDY BHIMIREDDY" userId="db39b55f2a5aaf98" providerId="LiveId" clId="{66D03B86-2E07-45AE-B797-7F57626C1B4C}" dt="2022-10-21T05:28:56.017" v="1574" actId="14100"/>
          <ac:spMkLst>
            <pc:docMk/>
            <pc:sldMk cId="918418832" sldId="270"/>
            <ac:spMk id="6" creationId="{D36348CD-77AF-C36F-8DB1-6F8110F396B5}"/>
          </ac:spMkLst>
        </pc:spChg>
      </pc:sldChg>
      <pc:sldChg chg="addSp delSp modSp mod">
        <pc:chgData name="SAI GAYATHRI REDDY BHIMIREDDY" userId="db39b55f2a5aaf98" providerId="LiveId" clId="{66D03B86-2E07-45AE-B797-7F57626C1B4C}" dt="2022-10-21T04:18:43.877" v="1216" actId="5793"/>
        <pc:sldMkLst>
          <pc:docMk/>
          <pc:sldMk cId="664129343" sldId="271"/>
        </pc:sldMkLst>
        <pc:spChg chg="add del mod">
          <ac:chgData name="SAI GAYATHRI REDDY BHIMIREDDY" userId="db39b55f2a5aaf98" providerId="LiveId" clId="{66D03B86-2E07-45AE-B797-7F57626C1B4C}" dt="2022-10-20T05:26:59.204" v="87" actId="478"/>
          <ac:spMkLst>
            <pc:docMk/>
            <pc:sldMk cId="664129343" sldId="271"/>
            <ac:spMk id="2" creationId="{9F574B00-78ED-C8F4-D1E7-FE528C324C62}"/>
          </ac:spMkLst>
        </pc:spChg>
        <pc:spChg chg="add del mod">
          <ac:chgData name="SAI GAYATHRI REDDY BHIMIREDDY" userId="db39b55f2a5aaf98" providerId="LiveId" clId="{66D03B86-2E07-45AE-B797-7F57626C1B4C}" dt="2022-10-21T04:15:21.271" v="1178" actId="478"/>
          <ac:spMkLst>
            <pc:docMk/>
            <pc:sldMk cId="664129343" sldId="271"/>
            <ac:spMk id="3" creationId="{59E2AC2C-1D5D-05FD-BA4E-FFFE6C5D4AC7}"/>
          </ac:spMkLst>
        </pc:spChg>
        <pc:spChg chg="add mod">
          <ac:chgData name="SAI GAYATHRI REDDY BHIMIREDDY" userId="db39b55f2a5aaf98" providerId="LiveId" clId="{66D03B86-2E07-45AE-B797-7F57626C1B4C}" dt="2022-10-21T04:17:08.514" v="1188" actId="255"/>
          <ac:spMkLst>
            <pc:docMk/>
            <pc:sldMk cId="664129343" sldId="271"/>
            <ac:spMk id="4" creationId="{E3A7B3C0-5572-2DC6-5586-E2BD14193B87}"/>
          </ac:spMkLst>
        </pc:spChg>
        <pc:spChg chg="add mod">
          <ac:chgData name="SAI GAYATHRI REDDY BHIMIREDDY" userId="db39b55f2a5aaf98" providerId="LiveId" clId="{66D03B86-2E07-45AE-B797-7F57626C1B4C}" dt="2022-10-21T04:17:24.596" v="1190" actId="14100"/>
          <ac:spMkLst>
            <pc:docMk/>
            <pc:sldMk cId="664129343" sldId="271"/>
            <ac:spMk id="5" creationId="{963FDCF2-05D4-0F77-416C-3FCB6D289DA8}"/>
          </ac:spMkLst>
        </pc:spChg>
        <pc:spChg chg="add mod">
          <ac:chgData name="SAI GAYATHRI REDDY BHIMIREDDY" userId="db39b55f2a5aaf98" providerId="LiveId" clId="{66D03B86-2E07-45AE-B797-7F57626C1B4C}" dt="2022-10-21T04:17:08.514" v="1188" actId="255"/>
          <ac:spMkLst>
            <pc:docMk/>
            <pc:sldMk cId="664129343" sldId="271"/>
            <ac:spMk id="6" creationId="{2FEFAE9D-4B43-61D1-8DF4-7F9819F791B7}"/>
          </ac:spMkLst>
        </pc:spChg>
        <pc:spChg chg="add mod">
          <ac:chgData name="SAI GAYATHRI REDDY BHIMIREDDY" userId="db39b55f2a5aaf98" providerId="LiveId" clId="{66D03B86-2E07-45AE-B797-7F57626C1B4C}" dt="2022-10-21T04:17:08.514" v="1188" actId="255"/>
          <ac:spMkLst>
            <pc:docMk/>
            <pc:sldMk cId="664129343" sldId="271"/>
            <ac:spMk id="7" creationId="{5C9601E9-0959-232C-DE06-BF001A9CB75B}"/>
          </ac:spMkLst>
        </pc:spChg>
        <pc:spChg chg="add mod">
          <ac:chgData name="SAI GAYATHRI REDDY BHIMIREDDY" userId="db39b55f2a5aaf98" providerId="LiveId" clId="{66D03B86-2E07-45AE-B797-7F57626C1B4C}" dt="2022-10-21T04:17:08.514" v="1188" actId="255"/>
          <ac:spMkLst>
            <pc:docMk/>
            <pc:sldMk cId="664129343" sldId="271"/>
            <ac:spMk id="8" creationId="{F990ECFC-C186-B30E-3EF7-73F236D2222C}"/>
          </ac:spMkLst>
        </pc:spChg>
        <pc:spChg chg="add mod">
          <ac:chgData name="SAI GAYATHRI REDDY BHIMIREDDY" userId="db39b55f2a5aaf98" providerId="LiveId" clId="{66D03B86-2E07-45AE-B797-7F57626C1B4C}" dt="2022-10-21T04:17:08.514" v="1188" actId="255"/>
          <ac:spMkLst>
            <pc:docMk/>
            <pc:sldMk cId="664129343" sldId="271"/>
            <ac:spMk id="9" creationId="{073E0996-F214-D180-D573-837DA7F9C668}"/>
          </ac:spMkLst>
        </pc:spChg>
        <pc:spChg chg="del">
          <ac:chgData name="SAI GAYATHRI REDDY BHIMIREDDY" userId="db39b55f2a5aaf98" providerId="LiveId" clId="{66D03B86-2E07-45AE-B797-7F57626C1B4C}" dt="2022-10-20T05:18:41.595" v="2" actId="478"/>
          <ac:spMkLst>
            <pc:docMk/>
            <pc:sldMk cId="664129343" sldId="271"/>
            <ac:spMk id="10" creationId="{00000000-0000-0000-0000-000000000000}"/>
          </ac:spMkLst>
        </pc:spChg>
        <pc:spChg chg="del">
          <ac:chgData name="SAI GAYATHRI REDDY BHIMIREDDY" userId="db39b55f2a5aaf98" providerId="LiveId" clId="{66D03B86-2E07-45AE-B797-7F57626C1B4C}" dt="2022-10-20T05:18:50.539" v="3" actId="478"/>
          <ac:spMkLst>
            <pc:docMk/>
            <pc:sldMk cId="664129343" sldId="271"/>
            <ac:spMk id="11" creationId="{00000000-0000-0000-0000-000000000000}"/>
          </ac:spMkLst>
        </pc:spChg>
        <pc:spChg chg="add mod">
          <ac:chgData name="SAI GAYATHRI REDDY BHIMIREDDY" userId="db39b55f2a5aaf98" providerId="LiveId" clId="{66D03B86-2E07-45AE-B797-7F57626C1B4C}" dt="2022-10-21T04:17:08.514" v="1188" actId="255"/>
          <ac:spMkLst>
            <pc:docMk/>
            <pc:sldMk cId="664129343" sldId="271"/>
            <ac:spMk id="12" creationId="{2AA6EC1F-3085-F4F5-ACF9-603078383744}"/>
          </ac:spMkLst>
        </pc:spChg>
        <pc:spChg chg="mod">
          <ac:chgData name="SAI GAYATHRI REDDY BHIMIREDDY" userId="db39b55f2a5aaf98" providerId="LiveId" clId="{66D03B86-2E07-45AE-B797-7F57626C1B4C}" dt="2022-10-21T04:16:19.424" v="1185" actId="2711"/>
          <ac:spMkLst>
            <pc:docMk/>
            <pc:sldMk cId="664129343" sldId="271"/>
            <ac:spMk id="13" creationId="{00000000-0000-0000-0000-000000000000}"/>
          </ac:spMkLst>
        </pc:spChg>
        <pc:spChg chg="del">
          <ac:chgData name="SAI GAYATHRI REDDY BHIMIREDDY" userId="db39b55f2a5aaf98" providerId="LiveId" clId="{66D03B86-2E07-45AE-B797-7F57626C1B4C}" dt="2022-10-20T05:18:50.539" v="3" actId="478"/>
          <ac:spMkLst>
            <pc:docMk/>
            <pc:sldMk cId="664129343" sldId="271"/>
            <ac:spMk id="14" creationId="{00000000-0000-0000-0000-000000000000}"/>
          </ac:spMkLst>
        </pc:spChg>
        <pc:spChg chg="del">
          <ac:chgData name="SAI GAYATHRI REDDY BHIMIREDDY" userId="db39b55f2a5aaf98" providerId="LiveId" clId="{66D03B86-2E07-45AE-B797-7F57626C1B4C}" dt="2022-10-20T05:18:41.595" v="2" actId="478"/>
          <ac:spMkLst>
            <pc:docMk/>
            <pc:sldMk cId="664129343" sldId="271"/>
            <ac:spMk id="15" creationId="{00000000-0000-0000-0000-000000000000}"/>
          </ac:spMkLst>
        </pc:spChg>
        <pc:spChg chg="del">
          <ac:chgData name="SAI GAYATHRI REDDY BHIMIREDDY" userId="db39b55f2a5aaf98" providerId="LiveId" clId="{66D03B86-2E07-45AE-B797-7F57626C1B4C}" dt="2022-10-20T05:18:50.539" v="3" actId="478"/>
          <ac:spMkLst>
            <pc:docMk/>
            <pc:sldMk cId="664129343" sldId="271"/>
            <ac:spMk id="16" creationId="{00000000-0000-0000-0000-000000000000}"/>
          </ac:spMkLst>
        </pc:spChg>
        <pc:spChg chg="del">
          <ac:chgData name="SAI GAYATHRI REDDY BHIMIREDDY" userId="db39b55f2a5aaf98" providerId="LiveId" clId="{66D03B86-2E07-45AE-B797-7F57626C1B4C}" dt="2022-10-20T05:18:41.595" v="2" actId="478"/>
          <ac:spMkLst>
            <pc:docMk/>
            <pc:sldMk cId="664129343" sldId="271"/>
            <ac:spMk id="17" creationId="{00000000-0000-0000-0000-000000000000}"/>
          </ac:spMkLst>
        </pc:spChg>
        <pc:spChg chg="del">
          <ac:chgData name="SAI GAYATHRI REDDY BHIMIREDDY" userId="db39b55f2a5aaf98" providerId="LiveId" clId="{66D03B86-2E07-45AE-B797-7F57626C1B4C}" dt="2022-10-20T05:18:50.539" v="3" actId="478"/>
          <ac:spMkLst>
            <pc:docMk/>
            <pc:sldMk cId="664129343" sldId="271"/>
            <ac:spMk id="18" creationId="{00000000-0000-0000-0000-000000000000}"/>
          </ac:spMkLst>
        </pc:spChg>
        <pc:spChg chg="del">
          <ac:chgData name="SAI GAYATHRI REDDY BHIMIREDDY" userId="db39b55f2a5aaf98" providerId="LiveId" clId="{66D03B86-2E07-45AE-B797-7F57626C1B4C}" dt="2022-10-20T05:18:41.595" v="2" actId="478"/>
          <ac:spMkLst>
            <pc:docMk/>
            <pc:sldMk cId="664129343" sldId="271"/>
            <ac:spMk id="19" creationId="{00000000-0000-0000-0000-000000000000}"/>
          </ac:spMkLst>
        </pc:spChg>
        <pc:spChg chg="del">
          <ac:chgData name="SAI GAYATHRI REDDY BHIMIREDDY" userId="db39b55f2a5aaf98" providerId="LiveId" clId="{66D03B86-2E07-45AE-B797-7F57626C1B4C}" dt="2022-10-20T05:18:50.539" v="3" actId="478"/>
          <ac:spMkLst>
            <pc:docMk/>
            <pc:sldMk cId="664129343" sldId="271"/>
            <ac:spMk id="20" creationId="{00000000-0000-0000-0000-000000000000}"/>
          </ac:spMkLst>
        </pc:spChg>
        <pc:spChg chg="del">
          <ac:chgData name="SAI GAYATHRI REDDY BHIMIREDDY" userId="db39b55f2a5aaf98" providerId="LiveId" clId="{66D03B86-2E07-45AE-B797-7F57626C1B4C}" dt="2022-10-20T05:18:41.595" v="2" actId="478"/>
          <ac:spMkLst>
            <pc:docMk/>
            <pc:sldMk cId="664129343" sldId="271"/>
            <ac:spMk id="21" creationId="{00000000-0000-0000-0000-000000000000}"/>
          </ac:spMkLst>
        </pc:spChg>
        <pc:spChg chg="add mod">
          <ac:chgData name="SAI GAYATHRI REDDY BHIMIREDDY" userId="db39b55f2a5aaf98" providerId="LiveId" clId="{66D03B86-2E07-45AE-B797-7F57626C1B4C}" dt="2022-10-21T04:17:08.514" v="1188" actId="255"/>
          <ac:spMkLst>
            <pc:docMk/>
            <pc:sldMk cId="664129343" sldId="271"/>
            <ac:spMk id="22" creationId="{05F2140C-4784-1673-CAFC-E1F32E5BBEF5}"/>
          </ac:spMkLst>
        </pc:spChg>
        <pc:spChg chg="add mod">
          <ac:chgData name="SAI GAYATHRI REDDY BHIMIREDDY" userId="db39b55f2a5aaf98" providerId="LiveId" clId="{66D03B86-2E07-45AE-B797-7F57626C1B4C}" dt="2022-10-21T04:18:43.877" v="1216" actId="5793"/>
          <ac:spMkLst>
            <pc:docMk/>
            <pc:sldMk cId="664129343" sldId="271"/>
            <ac:spMk id="24" creationId="{3CC2B104-D9D4-F904-897E-281D7CC4B7C7}"/>
          </ac:spMkLst>
        </pc:spChg>
        <pc:spChg chg="add del mod">
          <ac:chgData name="SAI GAYATHRI REDDY BHIMIREDDY" userId="db39b55f2a5aaf98" providerId="LiveId" clId="{66D03B86-2E07-45AE-B797-7F57626C1B4C}" dt="2022-10-20T05:25:45.719" v="77" actId="478"/>
          <ac:spMkLst>
            <pc:docMk/>
            <pc:sldMk cId="664129343" sldId="271"/>
            <ac:spMk id="26" creationId="{AA5FD78F-258C-C122-AD2D-A8021B976711}"/>
          </ac:spMkLst>
        </pc:spChg>
        <pc:spChg chg="add del mod">
          <ac:chgData name="SAI GAYATHRI REDDY BHIMIREDDY" userId="db39b55f2a5aaf98" providerId="LiveId" clId="{66D03B86-2E07-45AE-B797-7F57626C1B4C}" dt="2022-10-20T05:28:46.444" v="98" actId="478"/>
          <ac:spMkLst>
            <pc:docMk/>
            <pc:sldMk cId="664129343" sldId="271"/>
            <ac:spMk id="28" creationId="{589324C1-629A-FBAE-9147-E111BE8DB5B9}"/>
          </ac:spMkLst>
        </pc:spChg>
        <pc:spChg chg="add mod">
          <ac:chgData name="SAI GAYATHRI REDDY BHIMIREDDY" userId="db39b55f2a5aaf98" providerId="LiveId" clId="{66D03B86-2E07-45AE-B797-7F57626C1B4C}" dt="2022-10-21T04:17:12.046" v="1189" actId="6549"/>
          <ac:spMkLst>
            <pc:docMk/>
            <pc:sldMk cId="664129343" sldId="271"/>
            <ac:spMk id="30" creationId="{B6B65A83-86AE-8CB1-8833-CD796A2BF57F}"/>
          </ac:spMkLst>
        </pc:spChg>
        <pc:spChg chg="add mod">
          <ac:chgData name="SAI GAYATHRI REDDY BHIMIREDDY" userId="db39b55f2a5aaf98" providerId="LiveId" clId="{66D03B86-2E07-45AE-B797-7F57626C1B4C}" dt="2022-10-21T04:17:08.514" v="1188" actId="255"/>
          <ac:spMkLst>
            <pc:docMk/>
            <pc:sldMk cId="664129343" sldId="271"/>
            <ac:spMk id="31" creationId="{8D572087-8177-0197-FEA9-D01DA3920E93}"/>
          </ac:spMkLst>
        </pc:spChg>
        <pc:spChg chg="add mod">
          <ac:chgData name="SAI GAYATHRI REDDY BHIMIREDDY" userId="db39b55f2a5aaf98" providerId="LiveId" clId="{66D03B86-2E07-45AE-B797-7F57626C1B4C}" dt="2022-10-21T04:16:19.424" v="1185" actId="2711"/>
          <ac:spMkLst>
            <pc:docMk/>
            <pc:sldMk cId="664129343" sldId="271"/>
            <ac:spMk id="32" creationId="{8A161E4A-8054-F173-3B0B-B404F4C53208}"/>
          </ac:spMkLst>
        </pc:spChg>
        <pc:spChg chg="add mod">
          <ac:chgData name="SAI GAYATHRI REDDY BHIMIREDDY" userId="db39b55f2a5aaf98" providerId="LiveId" clId="{66D03B86-2E07-45AE-B797-7F57626C1B4C}" dt="2022-10-21T04:16:19.424" v="1185" actId="2711"/>
          <ac:spMkLst>
            <pc:docMk/>
            <pc:sldMk cId="664129343" sldId="271"/>
            <ac:spMk id="33" creationId="{2220A04E-9828-4AE7-05E6-4D3D9E2CB76B}"/>
          </ac:spMkLst>
        </pc:spChg>
        <pc:spChg chg="add mod">
          <ac:chgData name="SAI GAYATHRI REDDY BHIMIREDDY" userId="db39b55f2a5aaf98" providerId="LiveId" clId="{66D03B86-2E07-45AE-B797-7F57626C1B4C}" dt="2022-10-21T04:16:19.424" v="1185" actId="2711"/>
          <ac:spMkLst>
            <pc:docMk/>
            <pc:sldMk cId="664129343" sldId="271"/>
            <ac:spMk id="34" creationId="{B7C28F98-3071-ED43-CA7E-2517717E6302}"/>
          </ac:spMkLst>
        </pc:spChg>
        <pc:spChg chg="add del mod">
          <ac:chgData name="SAI GAYATHRI REDDY BHIMIREDDY" userId="db39b55f2a5aaf98" providerId="LiveId" clId="{66D03B86-2E07-45AE-B797-7F57626C1B4C}" dt="2022-10-20T05:26:56.647" v="86" actId="478"/>
          <ac:spMkLst>
            <pc:docMk/>
            <pc:sldMk cId="664129343" sldId="271"/>
            <ac:spMk id="35" creationId="{160488E3-CA4F-E60C-9362-738D09BCF9C0}"/>
          </ac:spMkLst>
        </pc:spChg>
        <pc:spChg chg="add del mod">
          <ac:chgData name="SAI GAYATHRI REDDY BHIMIREDDY" userId="db39b55f2a5aaf98" providerId="LiveId" clId="{66D03B86-2E07-45AE-B797-7F57626C1B4C}" dt="2022-10-20T05:27:09.566" v="92" actId="478"/>
          <ac:spMkLst>
            <pc:docMk/>
            <pc:sldMk cId="664129343" sldId="271"/>
            <ac:spMk id="36" creationId="{BAEE5D9F-C68B-A3E7-022F-12BD342E1360}"/>
          </ac:spMkLst>
        </pc:spChg>
        <pc:spChg chg="add del mod">
          <ac:chgData name="SAI GAYATHRI REDDY BHIMIREDDY" userId="db39b55f2a5aaf98" providerId="LiveId" clId="{66D03B86-2E07-45AE-B797-7F57626C1B4C}" dt="2022-10-20T05:27:12.300" v="93" actId="478"/>
          <ac:spMkLst>
            <pc:docMk/>
            <pc:sldMk cId="664129343" sldId="271"/>
            <ac:spMk id="37" creationId="{828E975C-A34E-22B3-72FD-F577061985B9}"/>
          </ac:spMkLst>
        </pc:spChg>
        <pc:spChg chg="add del mod">
          <ac:chgData name="SAI GAYATHRI REDDY BHIMIREDDY" userId="db39b55f2a5aaf98" providerId="LiveId" clId="{66D03B86-2E07-45AE-B797-7F57626C1B4C}" dt="2022-10-20T05:25:49.759" v="78" actId="478"/>
          <ac:spMkLst>
            <pc:docMk/>
            <pc:sldMk cId="664129343" sldId="271"/>
            <ac:spMk id="38" creationId="{654ADDF8-692B-12A1-6AD1-9C0506D3798A}"/>
          </ac:spMkLst>
        </pc:spChg>
        <pc:spChg chg="add mod">
          <ac:chgData name="SAI GAYATHRI REDDY BHIMIREDDY" userId="db39b55f2a5aaf98" providerId="LiveId" clId="{66D03B86-2E07-45AE-B797-7F57626C1B4C}" dt="2022-10-21T04:16:21.479" v="1186" actId="2711"/>
          <ac:spMkLst>
            <pc:docMk/>
            <pc:sldMk cId="664129343" sldId="271"/>
            <ac:spMk id="39" creationId="{7113E877-AF9A-1BAE-2F01-B58DD95FC400}"/>
          </ac:spMkLst>
        </pc:spChg>
        <pc:spChg chg="add del mod">
          <ac:chgData name="SAI GAYATHRI REDDY BHIMIREDDY" userId="db39b55f2a5aaf98" providerId="LiveId" clId="{66D03B86-2E07-45AE-B797-7F57626C1B4C}" dt="2022-10-20T05:27:06.900" v="91" actId="478"/>
          <ac:spMkLst>
            <pc:docMk/>
            <pc:sldMk cId="664129343" sldId="271"/>
            <ac:spMk id="40" creationId="{BAB81A0A-78EA-C835-ECF7-6E7E2F4F379B}"/>
          </ac:spMkLst>
        </pc:spChg>
        <pc:spChg chg="add mod">
          <ac:chgData name="SAI GAYATHRI REDDY BHIMIREDDY" userId="db39b55f2a5aaf98" providerId="LiveId" clId="{66D03B86-2E07-45AE-B797-7F57626C1B4C}" dt="2022-10-21T04:16:21.479" v="1186" actId="2711"/>
          <ac:spMkLst>
            <pc:docMk/>
            <pc:sldMk cId="664129343" sldId="271"/>
            <ac:spMk id="41" creationId="{48425E3E-30D2-34D0-CEF2-F258006C2235}"/>
          </ac:spMkLst>
        </pc:spChg>
        <pc:spChg chg="add mod">
          <ac:chgData name="SAI GAYATHRI REDDY BHIMIREDDY" userId="db39b55f2a5aaf98" providerId="LiveId" clId="{66D03B86-2E07-45AE-B797-7F57626C1B4C}" dt="2022-10-21T04:16:21.479" v="1186" actId="2711"/>
          <ac:spMkLst>
            <pc:docMk/>
            <pc:sldMk cId="664129343" sldId="271"/>
            <ac:spMk id="42" creationId="{16143446-0DE8-1DEF-D68B-E2604D1493A9}"/>
          </ac:spMkLst>
        </pc:spChg>
        <pc:spChg chg="mod">
          <ac:chgData name="SAI GAYATHRI REDDY BHIMIREDDY" userId="db39b55f2a5aaf98" providerId="LiveId" clId="{66D03B86-2E07-45AE-B797-7F57626C1B4C}" dt="2022-10-21T04:16:21.479" v="1186" actId="2711"/>
          <ac:spMkLst>
            <pc:docMk/>
            <pc:sldMk cId="664129343" sldId="271"/>
            <ac:spMk id="43" creationId="{00000000-0000-0000-0000-000000000000}"/>
          </ac:spMkLst>
        </pc:spChg>
        <pc:spChg chg="add mod">
          <ac:chgData name="SAI GAYATHRI REDDY BHIMIREDDY" userId="db39b55f2a5aaf98" providerId="LiveId" clId="{66D03B86-2E07-45AE-B797-7F57626C1B4C}" dt="2022-10-21T04:17:08.514" v="1188" actId="255"/>
          <ac:spMkLst>
            <pc:docMk/>
            <pc:sldMk cId="664129343" sldId="271"/>
            <ac:spMk id="44" creationId="{0A320CED-C0DA-C20E-50A1-CB2B8DAF92D2}"/>
          </ac:spMkLst>
        </pc:spChg>
        <pc:spChg chg="add mod">
          <ac:chgData name="SAI GAYATHRI REDDY BHIMIREDDY" userId="db39b55f2a5aaf98" providerId="LiveId" clId="{66D03B86-2E07-45AE-B797-7F57626C1B4C}" dt="2022-10-21T04:16:21.479" v="1186" actId="2711"/>
          <ac:spMkLst>
            <pc:docMk/>
            <pc:sldMk cId="664129343" sldId="271"/>
            <ac:spMk id="45" creationId="{849A0EB8-6EFF-9E52-84A8-30CAA259D4E9}"/>
          </ac:spMkLst>
        </pc:spChg>
        <pc:spChg chg="add mod">
          <ac:chgData name="SAI GAYATHRI REDDY BHIMIREDDY" userId="db39b55f2a5aaf98" providerId="LiveId" clId="{66D03B86-2E07-45AE-B797-7F57626C1B4C}" dt="2022-10-21T04:17:08.514" v="1188" actId="255"/>
          <ac:spMkLst>
            <pc:docMk/>
            <pc:sldMk cId="664129343" sldId="271"/>
            <ac:spMk id="63" creationId="{87F0017D-057A-7423-4E1E-AF7C5FF1FB58}"/>
          </ac:spMkLst>
        </pc:spChg>
        <pc:spChg chg="add del mod">
          <ac:chgData name="SAI GAYATHRI REDDY BHIMIREDDY" userId="db39b55f2a5aaf98" providerId="LiveId" clId="{66D03B86-2E07-45AE-B797-7F57626C1B4C}" dt="2022-10-20T05:31:51.238" v="122"/>
          <ac:spMkLst>
            <pc:docMk/>
            <pc:sldMk cId="664129343" sldId="271"/>
            <ac:spMk id="64" creationId="{3AD1F9A3-93DE-7537-8C27-3E7B3EEA5FA4}"/>
          </ac:spMkLst>
        </pc:spChg>
        <pc:spChg chg="add del mod">
          <ac:chgData name="SAI GAYATHRI REDDY BHIMIREDDY" userId="db39b55f2a5aaf98" providerId="LiveId" clId="{66D03B86-2E07-45AE-B797-7F57626C1B4C}" dt="2022-10-20T05:31:51.238" v="122"/>
          <ac:spMkLst>
            <pc:docMk/>
            <pc:sldMk cId="664129343" sldId="271"/>
            <ac:spMk id="65" creationId="{52C5DFBB-882B-2E16-E2D6-8C1D1E193439}"/>
          </ac:spMkLst>
        </pc:spChg>
        <pc:spChg chg="add del mod">
          <ac:chgData name="SAI GAYATHRI REDDY BHIMIREDDY" userId="db39b55f2a5aaf98" providerId="LiveId" clId="{66D03B86-2E07-45AE-B797-7F57626C1B4C}" dt="2022-10-20T05:31:51.238" v="122"/>
          <ac:spMkLst>
            <pc:docMk/>
            <pc:sldMk cId="664129343" sldId="271"/>
            <ac:spMk id="66" creationId="{90D175BB-A9ED-8930-1286-1F1DCC553995}"/>
          </ac:spMkLst>
        </pc:spChg>
        <pc:spChg chg="add del mod">
          <ac:chgData name="SAI GAYATHRI REDDY BHIMIREDDY" userId="db39b55f2a5aaf98" providerId="LiveId" clId="{66D03B86-2E07-45AE-B797-7F57626C1B4C}" dt="2022-10-20T05:31:51.238" v="122"/>
          <ac:spMkLst>
            <pc:docMk/>
            <pc:sldMk cId="664129343" sldId="271"/>
            <ac:spMk id="67" creationId="{2E806669-D0A7-4104-7401-E0FC8A30FA23}"/>
          </ac:spMkLst>
        </pc:spChg>
        <pc:spChg chg="add del mod">
          <ac:chgData name="SAI GAYATHRI REDDY BHIMIREDDY" userId="db39b55f2a5aaf98" providerId="LiveId" clId="{66D03B86-2E07-45AE-B797-7F57626C1B4C}" dt="2022-10-20T05:31:51.238" v="122"/>
          <ac:spMkLst>
            <pc:docMk/>
            <pc:sldMk cId="664129343" sldId="271"/>
            <ac:spMk id="68" creationId="{065E0C9A-92C9-1683-6854-2CF02D8409D4}"/>
          </ac:spMkLst>
        </pc:spChg>
        <pc:spChg chg="add del mod">
          <ac:chgData name="SAI GAYATHRI REDDY BHIMIREDDY" userId="db39b55f2a5aaf98" providerId="LiveId" clId="{66D03B86-2E07-45AE-B797-7F57626C1B4C}" dt="2022-10-20T05:31:51.238" v="122"/>
          <ac:spMkLst>
            <pc:docMk/>
            <pc:sldMk cId="664129343" sldId="271"/>
            <ac:spMk id="69" creationId="{D5B96298-8701-6B85-21F9-AFC17D36AC47}"/>
          </ac:spMkLst>
        </pc:spChg>
        <pc:spChg chg="add del mod">
          <ac:chgData name="SAI GAYATHRI REDDY BHIMIREDDY" userId="db39b55f2a5aaf98" providerId="LiveId" clId="{66D03B86-2E07-45AE-B797-7F57626C1B4C}" dt="2022-10-20T05:31:51.238" v="122"/>
          <ac:spMkLst>
            <pc:docMk/>
            <pc:sldMk cId="664129343" sldId="271"/>
            <ac:spMk id="70" creationId="{4437F4D8-AEF0-D1E3-7472-0A8D368FEC74}"/>
          </ac:spMkLst>
        </pc:spChg>
        <pc:spChg chg="add del mod">
          <ac:chgData name="SAI GAYATHRI REDDY BHIMIREDDY" userId="db39b55f2a5aaf98" providerId="LiveId" clId="{66D03B86-2E07-45AE-B797-7F57626C1B4C}" dt="2022-10-20T05:31:51.238" v="122"/>
          <ac:spMkLst>
            <pc:docMk/>
            <pc:sldMk cId="664129343" sldId="271"/>
            <ac:spMk id="71" creationId="{13E26586-F1DF-127A-3763-2337FBE5461C}"/>
          </ac:spMkLst>
        </pc:spChg>
        <pc:spChg chg="add del mod">
          <ac:chgData name="SAI GAYATHRI REDDY BHIMIREDDY" userId="db39b55f2a5aaf98" providerId="LiveId" clId="{66D03B86-2E07-45AE-B797-7F57626C1B4C}" dt="2022-10-20T05:31:51.238" v="122"/>
          <ac:spMkLst>
            <pc:docMk/>
            <pc:sldMk cId="664129343" sldId="271"/>
            <ac:spMk id="72" creationId="{9292AEE0-8E8D-18F0-DE71-EA2C82ABAEB8}"/>
          </ac:spMkLst>
        </pc:spChg>
        <pc:spChg chg="add del mod">
          <ac:chgData name="SAI GAYATHRI REDDY BHIMIREDDY" userId="db39b55f2a5aaf98" providerId="LiveId" clId="{66D03B86-2E07-45AE-B797-7F57626C1B4C}" dt="2022-10-20T05:31:51.238" v="122"/>
          <ac:spMkLst>
            <pc:docMk/>
            <pc:sldMk cId="664129343" sldId="271"/>
            <ac:spMk id="73" creationId="{BA8DAF66-4C18-FDBE-4610-C751D2727268}"/>
          </ac:spMkLst>
        </pc:spChg>
        <pc:spChg chg="add del mod">
          <ac:chgData name="SAI GAYATHRI REDDY BHIMIREDDY" userId="db39b55f2a5aaf98" providerId="LiveId" clId="{66D03B86-2E07-45AE-B797-7F57626C1B4C}" dt="2022-10-20T05:31:51.238" v="122"/>
          <ac:spMkLst>
            <pc:docMk/>
            <pc:sldMk cId="664129343" sldId="271"/>
            <ac:spMk id="74" creationId="{3C2BE7CA-23AB-55C8-6BD8-7BE177CBDB14}"/>
          </ac:spMkLst>
        </pc:spChg>
        <pc:spChg chg="add del mod">
          <ac:chgData name="SAI GAYATHRI REDDY BHIMIREDDY" userId="db39b55f2a5aaf98" providerId="LiveId" clId="{66D03B86-2E07-45AE-B797-7F57626C1B4C}" dt="2022-10-20T05:31:51.238" v="122"/>
          <ac:spMkLst>
            <pc:docMk/>
            <pc:sldMk cId="664129343" sldId="271"/>
            <ac:spMk id="75" creationId="{3355647A-B506-59E7-FC05-2908542106E8}"/>
          </ac:spMkLst>
        </pc:spChg>
        <pc:spChg chg="add del mod">
          <ac:chgData name="SAI GAYATHRI REDDY BHIMIREDDY" userId="db39b55f2a5aaf98" providerId="LiveId" clId="{66D03B86-2E07-45AE-B797-7F57626C1B4C}" dt="2022-10-20T05:31:51.238" v="122"/>
          <ac:spMkLst>
            <pc:docMk/>
            <pc:sldMk cId="664129343" sldId="271"/>
            <ac:spMk id="76" creationId="{F4D05F14-BBC8-6398-6E96-B572E7B68CE8}"/>
          </ac:spMkLst>
        </pc:spChg>
        <pc:spChg chg="add del mod">
          <ac:chgData name="SAI GAYATHRI REDDY BHIMIREDDY" userId="db39b55f2a5aaf98" providerId="LiveId" clId="{66D03B86-2E07-45AE-B797-7F57626C1B4C}" dt="2022-10-20T05:31:51.238" v="122"/>
          <ac:spMkLst>
            <pc:docMk/>
            <pc:sldMk cId="664129343" sldId="271"/>
            <ac:spMk id="77" creationId="{C5E8FD98-9E5B-ECBC-30CA-E95A85FE5CD5}"/>
          </ac:spMkLst>
        </pc:spChg>
        <pc:spChg chg="add del mod">
          <ac:chgData name="SAI GAYATHRI REDDY BHIMIREDDY" userId="db39b55f2a5aaf98" providerId="LiveId" clId="{66D03B86-2E07-45AE-B797-7F57626C1B4C}" dt="2022-10-20T05:31:51.238" v="122"/>
          <ac:spMkLst>
            <pc:docMk/>
            <pc:sldMk cId="664129343" sldId="271"/>
            <ac:spMk id="78" creationId="{1EA59A89-A06F-DC26-A517-74F51C39010B}"/>
          </ac:spMkLst>
        </pc:spChg>
        <pc:spChg chg="add del mod">
          <ac:chgData name="SAI GAYATHRI REDDY BHIMIREDDY" userId="db39b55f2a5aaf98" providerId="LiveId" clId="{66D03B86-2E07-45AE-B797-7F57626C1B4C}" dt="2022-10-20T05:31:51.238" v="122"/>
          <ac:spMkLst>
            <pc:docMk/>
            <pc:sldMk cId="664129343" sldId="271"/>
            <ac:spMk id="79" creationId="{4CD3ACE2-7266-4883-0B8D-8496DF2748B3}"/>
          </ac:spMkLst>
        </pc:spChg>
        <pc:spChg chg="add del mod">
          <ac:chgData name="SAI GAYATHRI REDDY BHIMIREDDY" userId="db39b55f2a5aaf98" providerId="LiveId" clId="{66D03B86-2E07-45AE-B797-7F57626C1B4C}" dt="2022-10-20T05:31:51.238" v="122"/>
          <ac:spMkLst>
            <pc:docMk/>
            <pc:sldMk cId="664129343" sldId="271"/>
            <ac:spMk id="80" creationId="{261596DE-ABFE-0EEA-2281-0C63F63ADC58}"/>
          </ac:spMkLst>
        </pc:spChg>
        <pc:spChg chg="add del mod">
          <ac:chgData name="SAI GAYATHRI REDDY BHIMIREDDY" userId="db39b55f2a5aaf98" providerId="LiveId" clId="{66D03B86-2E07-45AE-B797-7F57626C1B4C}" dt="2022-10-20T05:31:51.238" v="122"/>
          <ac:spMkLst>
            <pc:docMk/>
            <pc:sldMk cId="664129343" sldId="271"/>
            <ac:spMk id="81" creationId="{1D032B33-0734-6C6D-62FB-AE67C4162CF8}"/>
          </ac:spMkLst>
        </pc:spChg>
        <pc:spChg chg="add del mod">
          <ac:chgData name="SAI GAYATHRI REDDY BHIMIREDDY" userId="db39b55f2a5aaf98" providerId="LiveId" clId="{66D03B86-2E07-45AE-B797-7F57626C1B4C}" dt="2022-10-20T05:31:51.238" v="122"/>
          <ac:spMkLst>
            <pc:docMk/>
            <pc:sldMk cId="664129343" sldId="271"/>
            <ac:spMk id="82" creationId="{C5A89947-9A36-C2B1-D8F3-E35D2B6000DC}"/>
          </ac:spMkLst>
        </pc:spChg>
        <pc:spChg chg="add del mod">
          <ac:chgData name="SAI GAYATHRI REDDY BHIMIREDDY" userId="db39b55f2a5aaf98" providerId="LiveId" clId="{66D03B86-2E07-45AE-B797-7F57626C1B4C}" dt="2022-10-20T05:31:51.238" v="122"/>
          <ac:spMkLst>
            <pc:docMk/>
            <pc:sldMk cId="664129343" sldId="271"/>
            <ac:spMk id="83" creationId="{D02F705A-01D1-9C4C-508A-A5A00F7AB773}"/>
          </ac:spMkLst>
        </pc:spChg>
        <pc:spChg chg="add del mod">
          <ac:chgData name="SAI GAYATHRI REDDY BHIMIREDDY" userId="db39b55f2a5aaf98" providerId="LiveId" clId="{66D03B86-2E07-45AE-B797-7F57626C1B4C}" dt="2022-10-20T05:31:51.238" v="122"/>
          <ac:spMkLst>
            <pc:docMk/>
            <pc:sldMk cId="664129343" sldId="271"/>
            <ac:spMk id="84" creationId="{5B35E3BF-0A6C-7EE4-2BF2-6336750C3020}"/>
          </ac:spMkLst>
        </pc:spChg>
        <pc:spChg chg="add del mod">
          <ac:chgData name="SAI GAYATHRI REDDY BHIMIREDDY" userId="db39b55f2a5aaf98" providerId="LiveId" clId="{66D03B86-2E07-45AE-B797-7F57626C1B4C}" dt="2022-10-20T05:31:51.238" v="122"/>
          <ac:spMkLst>
            <pc:docMk/>
            <pc:sldMk cId="664129343" sldId="271"/>
            <ac:spMk id="85" creationId="{A04EF23C-63C1-E589-CF05-58A1CE5C1AD1}"/>
          </ac:spMkLst>
        </pc:spChg>
        <pc:spChg chg="add del mod">
          <ac:chgData name="SAI GAYATHRI REDDY BHIMIREDDY" userId="db39b55f2a5aaf98" providerId="LiveId" clId="{66D03B86-2E07-45AE-B797-7F57626C1B4C}" dt="2022-10-20T05:31:51.238" v="122"/>
          <ac:spMkLst>
            <pc:docMk/>
            <pc:sldMk cId="664129343" sldId="271"/>
            <ac:spMk id="86" creationId="{6B195113-D836-82D5-1741-4D18DB2A1D9F}"/>
          </ac:spMkLst>
        </pc:spChg>
        <pc:spChg chg="add del mod">
          <ac:chgData name="SAI GAYATHRI REDDY BHIMIREDDY" userId="db39b55f2a5aaf98" providerId="LiveId" clId="{66D03B86-2E07-45AE-B797-7F57626C1B4C}" dt="2022-10-20T05:31:51.238" v="122"/>
          <ac:spMkLst>
            <pc:docMk/>
            <pc:sldMk cId="664129343" sldId="271"/>
            <ac:spMk id="87" creationId="{A102189E-7F78-7A3C-B6F0-7C140CAA054C}"/>
          </ac:spMkLst>
        </pc:spChg>
        <pc:spChg chg="add del mod">
          <ac:chgData name="SAI GAYATHRI REDDY BHIMIREDDY" userId="db39b55f2a5aaf98" providerId="LiveId" clId="{66D03B86-2E07-45AE-B797-7F57626C1B4C}" dt="2022-10-20T05:31:51.238" v="122"/>
          <ac:spMkLst>
            <pc:docMk/>
            <pc:sldMk cId="664129343" sldId="271"/>
            <ac:spMk id="88" creationId="{7830EF4C-74D1-3BAA-2651-C163BE180523}"/>
          </ac:spMkLst>
        </pc:spChg>
        <pc:spChg chg="add del mod">
          <ac:chgData name="SAI GAYATHRI REDDY BHIMIREDDY" userId="db39b55f2a5aaf98" providerId="LiveId" clId="{66D03B86-2E07-45AE-B797-7F57626C1B4C}" dt="2022-10-20T05:31:51.238" v="122"/>
          <ac:spMkLst>
            <pc:docMk/>
            <pc:sldMk cId="664129343" sldId="271"/>
            <ac:spMk id="89" creationId="{0634BAE8-6108-D159-F3AD-78449D224EB7}"/>
          </ac:spMkLst>
        </pc:spChg>
        <pc:spChg chg="add del mod">
          <ac:chgData name="SAI GAYATHRI REDDY BHIMIREDDY" userId="db39b55f2a5aaf98" providerId="LiveId" clId="{66D03B86-2E07-45AE-B797-7F57626C1B4C}" dt="2022-10-20T05:31:51.238" v="122"/>
          <ac:spMkLst>
            <pc:docMk/>
            <pc:sldMk cId="664129343" sldId="271"/>
            <ac:spMk id="90" creationId="{66942EBD-9A69-EE53-CED7-4B7BC217526A}"/>
          </ac:spMkLst>
        </pc:spChg>
        <pc:spChg chg="add del mod">
          <ac:chgData name="SAI GAYATHRI REDDY BHIMIREDDY" userId="db39b55f2a5aaf98" providerId="LiveId" clId="{66D03B86-2E07-45AE-B797-7F57626C1B4C}" dt="2022-10-20T05:31:51.238" v="122"/>
          <ac:spMkLst>
            <pc:docMk/>
            <pc:sldMk cId="664129343" sldId="271"/>
            <ac:spMk id="91" creationId="{3B9548B8-C585-41F5-293B-57B49C8E265B}"/>
          </ac:spMkLst>
        </pc:spChg>
        <pc:spChg chg="add mod">
          <ac:chgData name="SAI GAYATHRI REDDY BHIMIREDDY" userId="db39b55f2a5aaf98" providerId="LiveId" clId="{66D03B86-2E07-45AE-B797-7F57626C1B4C}" dt="2022-10-21T04:17:08.514" v="1188" actId="255"/>
          <ac:spMkLst>
            <pc:docMk/>
            <pc:sldMk cId="664129343" sldId="271"/>
            <ac:spMk id="92" creationId="{96BD6E0C-B182-DFCB-62E8-9CA2DBD8355A}"/>
          </ac:spMkLst>
        </pc:spChg>
        <pc:cxnChg chg="add mod">
          <ac:chgData name="SAI GAYATHRI REDDY BHIMIREDDY" userId="db39b55f2a5aaf98" providerId="LiveId" clId="{66D03B86-2E07-45AE-B797-7F57626C1B4C}" dt="2022-10-21T04:16:19.424" v="1185" actId="2711"/>
          <ac:cxnSpMkLst>
            <pc:docMk/>
            <pc:sldMk cId="664129343" sldId="271"/>
            <ac:cxnSpMk id="10" creationId="{3DF8C1AA-DE55-939D-583D-AB395133530A}"/>
          </ac:cxnSpMkLst>
        </pc:cxnChg>
        <pc:cxnChg chg="del">
          <ac:chgData name="SAI GAYATHRI REDDY BHIMIREDDY" userId="db39b55f2a5aaf98" providerId="LiveId" clId="{66D03B86-2E07-45AE-B797-7F57626C1B4C}" dt="2022-10-20T05:18:50.539" v="3" actId="478"/>
          <ac:cxnSpMkLst>
            <pc:docMk/>
            <pc:sldMk cId="664129343" sldId="271"/>
            <ac:cxnSpMk id="23" creationId="{00000000-0000-0000-0000-000000000000}"/>
          </ac:cxnSpMkLst>
        </pc:cxnChg>
        <pc:cxnChg chg="del">
          <ac:chgData name="SAI GAYATHRI REDDY BHIMIREDDY" userId="db39b55f2a5aaf98" providerId="LiveId" clId="{66D03B86-2E07-45AE-B797-7F57626C1B4C}" dt="2022-10-20T05:18:50.539" v="3" actId="478"/>
          <ac:cxnSpMkLst>
            <pc:docMk/>
            <pc:sldMk cId="664129343" sldId="271"/>
            <ac:cxnSpMk id="25" creationId="{00000000-0000-0000-0000-000000000000}"/>
          </ac:cxnSpMkLst>
        </pc:cxnChg>
        <pc:cxnChg chg="del">
          <ac:chgData name="SAI GAYATHRI REDDY BHIMIREDDY" userId="db39b55f2a5aaf98" providerId="LiveId" clId="{66D03B86-2E07-45AE-B797-7F57626C1B4C}" dt="2022-10-20T05:18:54.383" v="4" actId="478"/>
          <ac:cxnSpMkLst>
            <pc:docMk/>
            <pc:sldMk cId="664129343" sldId="271"/>
            <ac:cxnSpMk id="27" creationId="{00000000-0000-0000-0000-000000000000}"/>
          </ac:cxnSpMkLst>
        </pc:cxnChg>
        <pc:cxnChg chg="del">
          <ac:chgData name="SAI GAYATHRI REDDY BHIMIREDDY" userId="db39b55f2a5aaf98" providerId="LiveId" clId="{66D03B86-2E07-45AE-B797-7F57626C1B4C}" dt="2022-10-20T05:18:50.539" v="3" actId="478"/>
          <ac:cxnSpMkLst>
            <pc:docMk/>
            <pc:sldMk cId="664129343" sldId="271"/>
            <ac:cxnSpMk id="29" creationId="{00000000-0000-0000-0000-000000000000}"/>
          </ac:cxnSpMkLst>
        </pc:cxnChg>
        <pc:cxnChg chg="add mod">
          <ac:chgData name="SAI GAYATHRI REDDY BHIMIREDDY" userId="db39b55f2a5aaf98" providerId="LiveId" clId="{66D03B86-2E07-45AE-B797-7F57626C1B4C}" dt="2022-10-21T04:16:19.424" v="1185" actId="2711"/>
          <ac:cxnSpMkLst>
            <pc:docMk/>
            <pc:sldMk cId="664129343" sldId="271"/>
            <ac:cxnSpMk id="47" creationId="{716CCA0B-E79B-67A0-C432-140D961572F0}"/>
          </ac:cxnSpMkLst>
        </pc:cxnChg>
        <pc:cxnChg chg="add mod">
          <ac:chgData name="SAI GAYATHRI REDDY BHIMIREDDY" userId="db39b55f2a5aaf98" providerId="LiveId" clId="{66D03B86-2E07-45AE-B797-7F57626C1B4C}" dt="2022-10-21T04:17:24.596" v="1190" actId="14100"/>
          <ac:cxnSpMkLst>
            <pc:docMk/>
            <pc:sldMk cId="664129343" sldId="271"/>
            <ac:cxnSpMk id="50" creationId="{548B9261-84F3-857B-CDBF-DC13C9D89E3A}"/>
          </ac:cxnSpMkLst>
        </pc:cxnChg>
        <pc:cxnChg chg="add mod">
          <ac:chgData name="SAI GAYATHRI REDDY BHIMIREDDY" userId="db39b55f2a5aaf98" providerId="LiveId" clId="{66D03B86-2E07-45AE-B797-7F57626C1B4C}" dt="2022-10-21T04:16:19.424" v="1185" actId="2711"/>
          <ac:cxnSpMkLst>
            <pc:docMk/>
            <pc:sldMk cId="664129343" sldId="271"/>
            <ac:cxnSpMk id="52" creationId="{31137B10-37C5-510D-A6B1-554980342865}"/>
          </ac:cxnSpMkLst>
        </pc:cxnChg>
        <pc:cxnChg chg="add mod">
          <ac:chgData name="SAI GAYATHRI REDDY BHIMIREDDY" userId="db39b55f2a5aaf98" providerId="LiveId" clId="{66D03B86-2E07-45AE-B797-7F57626C1B4C}" dt="2022-10-21T04:17:24.596" v="1190" actId="14100"/>
          <ac:cxnSpMkLst>
            <pc:docMk/>
            <pc:sldMk cId="664129343" sldId="271"/>
            <ac:cxnSpMk id="55" creationId="{868C68D2-8833-0A26-F46E-7C3D8FB77F9A}"/>
          </ac:cxnSpMkLst>
        </pc:cxnChg>
        <pc:cxnChg chg="add mod">
          <ac:chgData name="SAI GAYATHRI REDDY BHIMIREDDY" userId="db39b55f2a5aaf98" providerId="LiveId" clId="{66D03B86-2E07-45AE-B797-7F57626C1B4C}" dt="2022-10-21T04:16:19.424" v="1185" actId="2711"/>
          <ac:cxnSpMkLst>
            <pc:docMk/>
            <pc:sldMk cId="664129343" sldId="271"/>
            <ac:cxnSpMk id="58" creationId="{DAD18553-3FA6-BCCB-E52E-2051E9F48D6B}"/>
          </ac:cxnSpMkLst>
        </pc:cxnChg>
        <pc:cxnChg chg="add mod">
          <ac:chgData name="SAI GAYATHRI REDDY BHIMIREDDY" userId="db39b55f2a5aaf98" providerId="LiveId" clId="{66D03B86-2E07-45AE-B797-7F57626C1B4C}" dt="2022-10-21T04:16:19.424" v="1185" actId="2711"/>
          <ac:cxnSpMkLst>
            <pc:docMk/>
            <pc:sldMk cId="664129343" sldId="271"/>
            <ac:cxnSpMk id="61" creationId="{D6B27B7B-BD9E-4248-8F3B-24AC9E317592}"/>
          </ac:cxnSpMkLst>
        </pc:cxnChg>
      </pc:sldChg>
      <pc:sldChg chg="addSp modSp mod">
        <pc:chgData name="SAI GAYATHRI REDDY BHIMIREDDY" userId="db39b55f2a5aaf98" providerId="LiveId" clId="{66D03B86-2E07-45AE-B797-7F57626C1B4C}" dt="2022-10-21T05:16:10.484" v="1539" actId="20577"/>
        <pc:sldMkLst>
          <pc:docMk/>
          <pc:sldMk cId="3207744249" sldId="284"/>
        </pc:sldMkLst>
        <pc:spChg chg="add mod">
          <ac:chgData name="SAI GAYATHRI REDDY BHIMIREDDY" userId="db39b55f2a5aaf98" providerId="LiveId" clId="{66D03B86-2E07-45AE-B797-7F57626C1B4C}" dt="2022-10-21T05:16:10.484" v="1539" actId="20577"/>
          <ac:spMkLst>
            <pc:docMk/>
            <pc:sldMk cId="3207744249" sldId="284"/>
            <ac:spMk id="3" creationId="{61E0244A-87D2-2F95-D298-75B82CD3B5DD}"/>
          </ac:spMkLst>
        </pc:spChg>
      </pc:sldChg>
      <pc:sldChg chg="addSp delSp modSp mod">
        <pc:chgData name="SAI GAYATHRI REDDY BHIMIREDDY" userId="db39b55f2a5aaf98" providerId="LiveId" clId="{66D03B86-2E07-45AE-B797-7F57626C1B4C}" dt="2022-10-21T04:09:28.284" v="1104" actId="1076"/>
        <pc:sldMkLst>
          <pc:docMk/>
          <pc:sldMk cId="2416529429" sldId="287"/>
        </pc:sldMkLst>
        <pc:spChg chg="add del mod">
          <ac:chgData name="SAI GAYATHRI REDDY BHIMIREDDY" userId="db39b55f2a5aaf98" providerId="LiveId" clId="{66D03B86-2E07-45AE-B797-7F57626C1B4C}" dt="2022-10-20T07:18:46.316" v="243"/>
          <ac:spMkLst>
            <pc:docMk/>
            <pc:sldMk cId="2416529429" sldId="287"/>
            <ac:spMk id="3" creationId="{353470A6-2F45-488D-CD23-E395236DDE53}"/>
          </ac:spMkLst>
        </pc:spChg>
        <pc:spChg chg="del mod">
          <ac:chgData name="SAI GAYATHRI REDDY BHIMIREDDY" userId="db39b55f2a5aaf98" providerId="LiveId" clId="{66D03B86-2E07-45AE-B797-7F57626C1B4C}" dt="2022-10-20T05:47:50.773" v="235"/>
          <ac:spMkLst>
            <pc:docMk/>
            <pc:sldMk cId="2416529429" sldId="287"/>
            <ac:spMk id="4" creationId="{00000000-0000-0000-0000-000000000000}"/>
          </ac:spMkLst>
        </pc:spChg>
        <pc:spChg chg="add mod">
          <ac:chgData name="SAI GAYATHRI REDDY BHIMIREDDY" userId="db39b55f2a5aaf98" providerId="LiveId" clId="{66D03B86-2E07-45AE-B797-7F57626C1B4C}" dt="2022-10-21T04:09:28.284" v="1104" actId="1076"/>
          <ac:spMkLst>
            <pc:docMk/>
            <pc:sldMk cId="2416529429" sldId="287"/>
            <ac:spMk id="6" creationId="{53232D3E-F962-E043-FBA8-745C7781D6B6}"/>
          </ac:spMkLst>
        </pc:spChg>
      </pc:sldChg>
      <pc:sldChg chg="addSp modSp add del mod">
        <pc:chgData name="SAI GAYATHRI REDDY BHIMIREDDY" userId="db39b55f2a5aaf98" providerId="LiveId" clId="{66D03B86-2E07-45AE-B797-7F57626C1B4C}" dt="2022-10-21T05:44:33.762" v="1601" actId="1076"/>
        <pc:sldMkLst>
          <pc:docMk/>
          <pc:sldMk cId="848068069" sldId="289"/>
        </pc:sldMkLst>
        <pc:spChg chg="mod">
          <ac:chgData name="SAI GAYATHRI REDDY BHIMIREDDY" userId="db39b55f2a5aaf98" providerId="LiveId" clId="{66D03B86-2E07-45AE-B797-7F57626C1B4C}" dt="2022-10-21T04:11:14.530" v="1105" actId="6549"/>
          <ac:spMkLst>
            <pc:docMk/>
            <pc:sldMk cId="848068069" sldId="289"/>
            <ac:spMk id="3" creationId="{00000000-0000-0000-0000-000000000000}"/>
          </ac:spMkLst>
        </pc:spChg>
        <pc:spChg chg="mod">
          <ac:chgData name="SAI GAYATHRI REDDY BHIMIREDDY" userId="db39b55f2a5aaf98" providerId="LiveId" clId="{66D03B86-2E07-45AE-B797-7F57626C1B4C}" dt="2022-10-21T05:30:19.953" v="1580" actId="20577"/>
          <ac:spMkLst>
            <pc:docMk/>
            <pc:sldMk cId="848068069" sldId="289"/>
            <ac:spMk id="4" creationId="{00000000-0000-0000-0000-000000000000}"/>
          </ac:spMkLst>
        </pc:spChg>
        <pc:picChg chg="add mod">
          <ac:chgData name="SAI GAYATHRI REDDY BHIMIREDDY" userId="db39b55f2a5aaf98" providerId="LiveId" clId="{66D03B86-2E07-45AE-B797-7F57626C1B4C}" dt="2022-10-20T18:34:07.875" v="1014" actId="1076"/>
          <ac:picMkLst>
            <pc:docMk/>
            <pc:sldMk cId="848068069" sldId="289"/>
            <ac:picMk id="6" creationId="{A7D79691-46F1-F051-B176-E57B9C8B93F6}"/>
          </ac:picMkLst>
        </pc:picChg>
        <pc:picChg chg="add mod">
          <ac:chgData name="SAI GAYATHRI REDDY BHIMIREDDY" userId="db39b55f2a5aaf98" providerId="LiveId" clId="{66D03B86-2E07-45AE-B797-7F57626C1B4C}" dt="2022-10-20T18:34:13.413" v="1015" actId="1076"/>
          <ac:picMkLst>
            <pc:docMk/>
            <pc:sldMk cId="848068069" sldId="289"/>
            <ac:picMk id="8" creationId="{EC509C30-0768-24D4-438E-75572B26210A}"/>
          </ac:picMkLst>
        </pc:picChg>
        <pc:picChg chg="add mod">
          <ac:chgData name="SAI GAYATHRI REDDY BHIMIREDDY" userId="db39b55f2a5aaf98" providerId="LiveId" clId="{66D03B86-2E07-45AE-B797-7F57626C1B4C}" dt="2022-10-21T05:44:33.762" v="1601" actId="1076"/>
          <ac:picMkLst>
            <pc:docMk/>
            <pc:sldMk cId="848068069" sldId="289"/>
            <ac:picMk id="10" creationId="{1CACEB63-3E8E-E9E7-A644-106BFFB25972}"/>
          </ac:picMkLst>
        </pc:picChg>
      </pc:sldChg>
      <pc:sldChg chg="addSp modSp mod">
        <pc:chgData name="SAI GAYATHRI REDDY BHIMIREDDY" userId="db39b55f2a5aaf98" providerId="LiveId" clId="{66D03B86-2E07-45AE-B797-7F57626C1B4C}" dt="2022-10-21T04:26:10.182" v="1237" actId="1076"/>
        <pc:sldMkLst>
          <pc:docMk/>
          <pc:sldMk cId="0" sldId="295"/>
        </pc:sldMkLst>
        <pc:spChg chg="mod">
          <ac:chgData name="SAI GAYATHRI REDDY BHIMIREDDY" userId="db39b55f2a5aaf98" providerId="LiveId" clId="{66D03B86-2E07-45AE-B797-7F57626C1B4C}" dt="2022-10-21T04:25:47.371" v="1233" actId="14100"/>
          <ac:spMkLst>
            <pc:docMk/>
            <pc:sldMk cId="0" sldId="295"/>
            <ac:spMk id="2" creationId="{00000000-0000-0000-0000-000000000000}"/>
          </ac:spMkLst>
        </pc:spChg>
        <pc:spChg chg="add mod">
          <ac:chgData name="SAI GAYATHRI REDDY BHIMIREDDY" userId="db39b55f2a5aaf98" providerId="LiveId" clId="{66D03B86-2E07-45AE-B797-7F57626C1B4C}" dt="2022-10-21T04:26:10.182" v="1237" actId="1076"/>
          <ac:spMkLst>
            <pc:docMk/>
            <pc:sldMk cId="0" sldId="295"/>
            <ac:spMk id="3" creationId="{68BAB02A-5FDE-08A8-C0C5-3AA81D2BC48A}"/>
          </ac:spMkLst>
        </pc:spChg>
      </pc:sldChg>
      <pc:sldChg chg="addSp modSp mod">
        <pc:chgData name="SAI GAYATHRI REDDY BHIMIREDDY" userId="db39b55f2a5aaf98" providerId="LiveId" clId="{66D03B86-2E07-45AE-B797-7F57626C1B4C}" dt="2022-10-20T17:57:44.099" v="695" actId="1076"/>
        <pc:sldMkLst>
          <pc:docMk/>
          <pc:sldMk cId="0" sldId="296"/>
        </pc:sldMkLst>
        <pc:spChg chg="mod">
          <ac:chgData name="SAI GAYATHRI REDDY BHIMIREDDY" userId="db39b55f2a5aaf98" providerId="LiveId" clId="{66D03B86-2E07-45AE-B797-7F57626C1B4C}" dt="2022-10-20T17:56:37.853" v="690" actId="20577"/>
          <ac:spMkLst>
            <pc:docMk/>
            <pc:sldMk cId="0" sldId="296"/>
            <ac:spMk id="2" creationId="{00000000-0000-0000-0000-000000000000}"/>
          </ac:spMkLst>
        </pc:spChg>
        <pc:picChg chg="add mod">
          <ac:chgData name="SAI GAYATHRI REDDY BHIMIREDDY" userId="db39b55f2a5aaf98" providerId="LiveId" clId="{66D03B86-2E07-45AE-B797-7F57626C1B4C}" dt="2022-10-20T17:57:19.751" v="693" actId="1076"/>
          <ac:picMkLst>
            <pc:docMk/>
            <pc:sldMk cId="0" sldId="296"/>
            <ac:picMk id="4" creationId="{1BC75E96-790B-F549-6924-F6A441F6CE6B}"/>
          </ac:picMkLst>
        </pc:picChg>
        <pc:picChg chg="add mod">
          <ac:chgData name="SAI GAYATHRI REDDY BHIMIREDDY" userId="db39b55f2a5aaf98" providerId="LiveId" clId="{66D03B86-2E07-45AE-B797-7F57626C1B4C}" dt="2022-10-20T17:57:44.099" v="695" actId="1076"/>
          <ac:picMkLst>
            <pc:docMk/>
            <pc:sldMk cId="0" sldId="296"/>
            <ac:picMk id="6" creationId="{3A4BBBC4-D96B-3779-9AB0-6C1F70763EFF}"/>
          </ac:picMkLst>
        </pc:picChg>
      </pc:sldChg>
      <pc:sldChg chg="addSp delSp modSp new mod">
        <pc:chgData name="SAI GAYATHRI REDDY BHIMIREDDY" userId="db39b55f2a5aaf98" providerId="LiveId" clId="{66D03B86-2E07-45AE-B797-7F57626C1B4C}" dt="2022-10-21T04:31:19.126" v="1318" actId="1076"/>
        <pc:sldMkLst>
          <pc:docMk/>
          <pc:sldMk cId="1547283878" sldId="298"/>
        </pc:sldMkLst>
        <pc:spChg chg="del mod">
          <ac:chgData name="SAI GAYATHRI REDDY BHIMIREDDY" userId="db39b55f2a5aaf98" providerId="LiveId" clId="{66D03B86-2E07-45AE-B797-7F57626C1B4C}" dt="2022-10-20T17:40:06.574" v="574" actId="478"/>
          <ac:spMkLst>
            <pc:docMk/>
            <pc:sldMk cId="1547283878" sldId="298"/>
            <ac:spMk id="2" creationId="{A5D2B7EF-A1A9-A8DC-3290-CDF20C554025}"/>
          </ac:spMkLst>
        </pc:spChg>
        <pc:spChg chg="add mod">
          <ac:chgData name="SAI GAYATHRI REDDY BHIMIREDDY" userId="db39b55f2a5aaf98" providerId="LiveId" clId="{66D03B86-2E07-45AE-B797-7F57626C1B4C}" dt="2022-10-21T04:31:19.126" v="1318" actId="1076"/>
          <ac:spMkLst>
            <pc:docMk/>
            <pc:sldMk cId="1547283878" sldId="298"/>
            <ac:spMk id="4" creationId="{95CDBF27-78C7-60D1-2DCE-58064E48756A}"/>
          </ac:spMkLst>
        </pc:spChg>
      </pc:sldChg>
      <pc:sldChg chg="addSp delSp modSp new mod">
        <pc:chgData name="SAI GAYATHRI REDDY BHIMIREDDY" userId="db39b55f2a5aaf98" providerId="LiveId" clId="{66D03B86-2E07-45AE-B797-7F57626C1B4C}" dt="2022-10-21T05:02:12.074" v="1490" actId="20577"/>
        <pc:sldMkLst>
          <pc:docMk/>
          <pc:sldMk cId="82682538" sldId="299"/>
        </pc:sldMkLst>
        <pc:spChg chg="del">
          <ac:chgData name="SAI GAYATHRI REDDY BHIMIREDDY" userId="db39b55f2a5aaf98" providerId="LiveId" clId="{66D03B86-2E07-45AE-B797-7F57626C1B4C}" dt="2022-10-20T17:40:27.317" v="575" actId="478"/>
          <ac:spMkLst>
            <pc:docMk/>
            <pc:sldMk cId="82682538" sldId="299"/>
            <ac:spMk id="2" creationId="{16533497-D6C5-DB34-484A-69E8953A06CD}"/>
          </ac:spMkLst>
        </pc:spChg>
        <pc:spChg chg="add mod">
          <ac:chgData name="SAI GAYATHRI REDDY BHIMIREDDY" userId="db39b55f2a5aaf98" providerId="LiveId" clId="{66D03B86-2E07-45AE-B797-7F57626C1B4C}" dt="2022-10-21T05:02:12.074" v="1490" actId="20577"/>
          <ac:spMkLst>
            <pc:docMk/>
            <pc:sldMk cId="82682538" sldId="299"/>
            <ac:spMk id="3" creationId="{78391B7B-3213-6B49-AC1D-53821ACFB20A}"/>
          </ac:spMkLst>
        </pc:spChg>
      </pc:sldChg>
      <pc:sldChg chg="addSp delSp modSp new del mod">
        <pc:chgData name="SAI GAYATHRI REDDY BHIMIREDDY" userId="db39b55f2a5aaf98" providerId="LiveId" clId="{66D03B86-2E07-45AE-B797-7F57626C1B4C}" dt="2022-10-21T04:36:28.460" v="1349" actId="47"/>
        <pc:sldMkLst>
          <pc:docMk/>
          <pc:sldMk cId="1165806834" sldId="300"/>
        </pc:sldMkLst>
        <pc:spChg chg="del mod">
          <ac:chgData name="SAI GAYATHRI REDDY BHIMIREDDY" userId="db39b55f2a5aaf98" providerId="LiveId" clId="{66D03B86-2E07-45AE-B797-7F57626C1B4C}" dt="2022-10-20T17:40:51.918" v="577" actId="478"/>
          <ac:spMkLst>
            <pc:docMk/>
            <pc:sldMk cId="1165806834" sldId="300"/>
            <ac:spMk id="2" creationId="{AC5C448C-EF8E-6582-11F8-44CF02857C36}"/>
          </ac:spMkLst>
        </pc:spChg>
        <pc:spChg chg="add del mod">
          <ac:chgData name="SAI GAYATHRI REDDY BHIMIREDDY" userId="db39b55f2a5aaf98" providerId="LiveId" clId="{66D03B86-2E07-45AE-B797-7F57626C1B4C}" dt="2022-10-21T04:35:17.432" v="1339"/>
          <ac:spMkLst>
            <pc:docMk/>
            <pc:sldMk cId="1165806834" sldId="300"/>
            <ac:spMk id="3" creationId="{D810779C-3945-493B-C554-F083E88675BE}"/>
          </ac:spMkLst>
        </pc:spChg>
      </pc:sldChg>
      <pc:sldChg chg="addSp delSp modSp new mod">
        <pc:chgData name="SAI GAYATHRI REDDY BHIMIREDDY" userId="db39b55f2a5aaf98" providerId="LiveId" clId="{66D03B86-2E07-45AE-B797-7F57626C1B4C}" dt="2022-10-21T04:40:18.101" v="1373" actId="114"/>
        <pc:sldMkLst>
          <pc:docMk/>
          <pc:sldMk cId="26240632" sldId="301"/>
        </pc:sldMkLst>
        <pc:spChg chg="del">
          <ac:chgData name="SAI GAYATHRI REDDY BHIMIREDDY" userId="db39b55f2a5aaf98" providerId="LiveId" clId="{66D03B86-2E07-45AE-B797-7F57626C1B4C}" dt="2022-10-20T17:41:14.107" v="579" actId="478"/>
          <ac:spMkLst>
            <pc:docMk/>
            <pc:sldMk cId="26240632" sldId="301"/>
            <ac:spMk id="2" creationId="{BEE72382-3950-45E5-E144-CCC6358502FB}"/>
          </ac:spMkLst>
        </pc:spChg>
        <pc:spChg chg="add mod">
          <ac:chgData name="SAI GAYATHRI REDDY BHIMIREDDY" userId="db39b55f2a5aaf98" providerId="LiveId" clId="{66D03B86-2E07-45AE-B797-7F57626C1B4C}" dt="2022-10-21T04:40:18.101" v="1373" actId="114"/>
          <ac:spMkLst>
            <pc:docMk/>
            <pc:sldMk cId="26240632" sldId="301"/>
            <ac:spMk id="3" creationId="{F951FE75-8ECE-4D9E-D06B-BF395DBD2D8E}"/>
          </ac:spMkLst>
        </pc:spChg>
      </pc:sldChg>
      <pc:sldChg chg="addSp delSp modSp new mod">
        <pc:chgData name="SAI GAYATHRI REDDY BHIMIREDDY" userId="db39b55f2a5aaf98" providerId="LiveId" clId="{66D03B86-2E07-45AE-B797-7F57626C1B4C}" dt="2022-10-21T05:59:18.582" v="1675" actId="20577"/>
        <pc:sldMkLst>
          <pc:docMk/>
          <pc:sldMk cId="484121119" sldId="302"/>
        </pc:sldMkLst>
        <pc:spChg chg="del">
          <ac:chgData name="SAI GAYATHRI REDDY BHIMIREDDY" userId="db39b55f2a5aaf98" providerId="LiveId" clId="{66D03B86-2E07-45AE-B797-7F57626C1B4C}" dt="2022-10-20T17:41:50.921" v="584" actId="478"/>
          <ac:spMkLst>
            <pc:docMk/>
            <pc:sldMk cId="484121119" sldId="302"/>
            <ac:spMk id="2" creationId="{446DC468-537F-2BF0-F588-E206F7035D35}"/>
          </ac:spMkLst>
        </pc:spChg>
        <pc:spChg chg="add mod">
          <ac:chgData name="SAI GAYATHRI REDDY BHIMIREDDY" userId="db39b55f2a5aaf98" providerId="LiveId" clId="{66D03B86-2E07-45AE-B797-7F57626C1B4C}" dt="2022-10-21T05:59:18.582" v="1675" actId="20577"/>
          <ac:spMkLst>
            <pc:docMk/>
            <pc:sldMk cId="484121119" sldId="302"/>
            <ac:spMk id="2" creationId="{B4CF2CAE-9ABD-2405-5F3B-5AED53808DCF}"/>
          </ac:spMkLst>
        </pc:spChg>
        <pc:spChg chg="add del mod">
          <ac:chgData name="SAI GAYATHRI REDDY BHIMIREDDY" userId="db39b55f2a5aaf98" providerId="LiveId" clId="{66D03B86-2E07-45AE-B797-7F57626C1B4C}" dt="2022-10-21T05:50:09.020" v="1618" actId="478"/>
          <ac:spMkLst>
            <pc:docMk/>
            <pc:sldMk cId="484121119" sldId="302"/>
            <ac:spMk id="3" creationId="{D7328478-6F66-5416-1509-4FCC23460A2B}"/>
          </ac:spMkLst>
        </pc:spChg>
      </pc:sldChg>
      <pc:sldChg chg="addSp delSp modSp new del mod">
        <pc:chgData name="SAI GAYATHRI REDDY BHIMIREDDY" userId="db39b55f2a5aaf98" providerId="LiveId" clId="{66D03B86-2E07-45AE-B797-7F57626C1B4C}" dt="2022-10-21T04:30:15.641" v="1267" actId="47"/>
        <pc:sldMkLst>
          <pc:docMk/>
          <pc:sldMk cId="76574811" sldId="303"/>
        </pc:sldMkLst>
        <pc:spChg chg="del">
          <ac:chgData name="SAI GAYATHRI REDDY BHIMIREDDY" userId="db39b55f2a5aaf98" providerId="LiveId" clId="{66D03B86-2E07-45AE-B797-7F57626C1B4C}" dt="2022-10-20T17:36:18.462" v="437" actId="478"/>
          <ac:spMkLst>
            <pc:docMk/>
            <pc:sldMk cId="76574811" sldId="303"/>
            <ac:spMk id="2" creationId="{49F415EC-C9AF-97FA-B8E3-264F55093ED5}"/>
          </ac:spMkLst>
        </pc:spChg>
        <pc:spChg chg="add mod">
          <ac:chgData name="SAI GAYATHRI REDDY BHIMIREDDY" userId="db39b55f2a5aaf98" providerId="LiveId" clId="{66D03B86-2E07-45AE-B797-7F57626C1B4C}" dt="2022-10-21T04:29:09.875" v="1250" actId="21"/>
          <ac:spMkLst>
            <pc:docMk/>
            <pc:sldMk cId="76574811" sldId="303"/>
            <ac:spMk id="3" creationId="{F2B0D561-D2B8-C5B5-47BD-EC51FE082DA5}"/>
          </ac:spMkLst>
        </pc:spChg>
      </pc:sldChg>
      <pc:sldChg chg="addSp modSp new mod">
        <pc:chgData name="SAI GAYATHRI REDDY BHIMIREDDY" userId="db39b55f2a5aaf98" providerId="LiveId" clId="{66D03B86-2E07-45AE-B797-7F57626C1B4C}" dt="2022-10-21T04:24:59.264" v="1230" actId="403"/>
        <pc:sldMkLst>
          <pc:docMk/>
          <pc:sldMk cId="2517833175" sldId="304"/>
        </pc:sldMkLst>
        <pc:spChg chg="mod">
          <ac:chgData name="SAI GAYATHRI REDDY BHIMIREDDY" userId="db39b55f2a5aaf98" providerId="LiveId" clId="{66D03B86-2E07-45AE-B797-7F57626C1B4C}" dt="2022-10-21T04:24:59.264" v="1230" actId="403"/>
          <ac:spMkLst>
            <pc:docMk/>
            <pc:sldMk cId="2517833175" sldId="304"/>
            <ac:spMk id="2" creationId="{BFD4B013-FC08-5E82-02D6-A41C5F5A2F4D}"/>
          </ac:spMkLst>
        </pc:spChg>
        <pc:spChg chg="add mod">
          <ac:chgData name="SAI GAYATHRI REDDY BHIMIREDDY" userId="db39b55f2a5aaf98" providerId="LiveId" clId="{66D03B86-2E07-45AE-B797-7F57626C1B4C}" dt="2022-10-21T04:24:53.042" v="1229" actId="255"/>
          <ac:spMkLst>
            <pc:docMk/>
            <pc:sldMk cId="2517833175" sldId="304"/>
            <ac:spMk id="3" creationId="{8E5691E8-8E17-5894-BBE5-E1A1964E60B4}"/>
          </ac:spMkLst>
        </pc:spChg>
      </pc:sldChg>
      <pc:sldChg chg="addSp delSp modSp new mod">
        <pc:chgData name="SAI GAYATHRI REDDY BHIMIREDDY" userId="db39b55f2a5aaf98" providerId="LiveId" clId="{66D03B86-2E07-45AE-B797-7F57626C1B4C}" dt="2022-10-21T06:00:11.977" v="1693" actId="14100"/>
        <pc:sldMkLst>
          <pc:docMk/>
          <pc:sldMk cId="2998028119" sldId="305"/>
        </pc:sldMkLst>
        <pc:spChg chg="add mod">
          <ac:chgData name="SAI GAYATHRI REDDY BHIMIREDDY" userId="db39b55f2a5aaf98" providerId="LiveId" clId="{66D03B86-2E07-45AE-B797-7F57626C1B4C}" dt="2022-10-21T06:00:11.977" v="1693" actId="14100"/>
          <ac:spMkLst>
            <pc:docMk/>
            <pc:sldMk cId="2998028119" sldId="305"/>
            <ac:spMk id="2" creationId="{7797AE7A-B5A6-9A61-8657-36FF8AB38C21}"/>
          </ac:spMkLst>
        </pc:spChg>
        <pc:spChg chg="del">
          <ac:chgData name="SAI GAYATHRI REDDY BHIMIREDDY" userId="db39b55f2a5aaf98" providerId="LiveId" clId="{66D03B86-2E07-45AE-B797-7F57626C1B4C}" dt="2022-10-20T17:44:09.954" v="597" actId="478"/>
          <ac:spMkLst>
            <pc:docMk/>
            <pc:sldMk cId="2998028119" sldId="305"/>
            <ac:spMk id="2" creationId="{DDC47CC5-2C14-3E8F-5685-568AE43B975C}"/>
          </ac:spMkLst>
        </pc:spChg>
        <pc:spChg chg="add del mod">
          <ac:chgData name="SAI GAYATHRI REDDY BHIMIREDDY" userId="db39b55f2a5aaf98" providerId="LiveId" clId="{66D03B86-2E07-45AE-B797-7F57626C1B4C}" dt="2022-10-21T05:50:42.307" v="1621" actId="478"/>
          <ac:spMkLst>
            <pc:docMk/>
            <pc:sldMk cId="2998028119" sldId="305"/>
            <ac:spMk id="4" creationId="{442AC76D-BF10-BCB5-B47B-710B858D408A}"/>
          </ac:spMkLst>
        </pc:spChg>
        <pc:picChg chg="add del mod">
          <ac:chgData name="SAI GAYATHRI REDDY BHIMIREDDY" userId="db39b55f2a5aaf98" providerId="LiveId" clId="{66D03B86-2E07-45AE-B797-7F57626C1B4C}" dt="2022-10-21T04:42:40.506" v="1374" actId="478"/>
          <ac:picMkLst>
            <pc:docMk/>
            <pc:sldMk cId="2998028119" sldId="305"/>
            <ac:picMk id="3" creationId="{1D73C6DE-0C2A-8C9F-D8BB-DDE9AA82B9BD}"/>
          </ac:picMkLst>
        </pc:picChg>
      </pc:sldChg>
      <pc:sldChg chg="addSp delSp modSp new del mod">
        <pc:chgData name="SAI GAYATHRI REDDY BHIMIREDDY" userId="db39b55f2a5aaf98" providerId="LiveId" clId="{66D03B86-2E07-45AE-B797-7F57626C1B4C}" dt="2022-10-21T04:44:17.449" v="1398" actId="47"/>
        <pc:sldMkLst>
          <pc:docMk/>
          <pc:sldMk cId="2925395051" sldId="306"/>
        </pc:sldMkLst>
        <pc:spChg chg="del">
          <ac:chgData name="SAI GAYATHRI REDDY BHIMIREDDY" userId="db39b55f2a5aaf98" providerId="LiveId" clId="{66D03B86-2E07-45AE-B797-7F57626C1B4C}" dt="2022-10-20T17:45:21.759" v="609" actId="478"/>
          <ac:spMkLst>
            <pc:docMk/>
            <pc:sldMk cId="2925395051" sldId="306"/>
            <ac:spMk id="2" creationId="{2600D32A-32F2-7153-54E3-7BDDC075A5D6}"/>
          </ac:spMkLst>
        </pc:spChg>
        <pc:spChg chg="add del mod">
          <ac:chgData name="SAI GAYATHRI REDDY BHIMIREDDY" userId="db39b55f2a5aaf98" providerId="LiveId" clId="{66D03B86-2E07-45AE-B797-7F57626C1B4C}" dt="2022-10-21T04:43:08.687" v="1377"/>
          <ac:spMkLst>
            <pc:docMk/>
            <pc:sldMk cId="2925395051" sldId="306"/>
            <ac:spMk id="3" creationId="{9F313A89-2CF4-3C3E-4047-D8DE31489E96}"/>
          </ac:spMkLst>
        </pc:spChg>
      </pc:sldChg>
      <pc:sldChg chg="addSp delSp modSp new mod">
        <pc:chgData name="SAI GAYATHRI REDDY BHIMIREDDY" userId="db39b55f2a5aaf98" providerId="LiveId" clId="{66D03B86-2E07-45AE-B797-7F57626C1B4C}" dt="2022-10-21T05:01:03.139" v="1487" actId="2711"/>
        <pc:sldMkLst>
          <pc:docMk/>
          <pc:sldMk cId="2624860434" sldId="307"/>
        </pc:sldMkLst>
        <pc:spChg chg="del">
          <ac:chgData name="SAI GAYATHRI REDDY BHIMIREDDY" userId="db39b55f2a5aaf98" providerId="LiveId" clId="{66D03B86-2E07-45AE-B797-7F57626C1B4C}" dt="2022-10-20T17:46:28.095" v="614" actId="478"/>
          <ac:spMkLst>
            <pc:docMk/>
            <pc:sldMk cId="2624860434" sldId="307"/>
            <ac:spMk id="2" creationId="{08B1EFCE-0D7F-5350-CF4C-91E21F95A507}"/>
          </ac:spMkLst>
        </pc:spChg>
        <pc:spChg chg="add mod">
          <ac:chgData name="SAI GAYATHRI REDDY BHIMIREDDY" userId="db39b55f2a5aaf98" providerId="LiveId" clId="{66D03B86-2E07-45AE-B797-7F57626C1B4C}" dt="2022-10-21T05:01:03.139" v="1487" actId="2711"/>
          <ac:spMkLst>
            <pc:docMk/>
            <pc:sldMk cId="2624860434" sldId="307"/>
            <ac:spMk id="3" creationId="{5C6EECAD-5594-16E0-845E-DA0B2DD6B158}"/>
          </ac:spMkLst>
        </pc:spChg>
      </pc:sldChg>
      <pc:sldChg chg="addSp delSp modSp new mod">
        <pc:chgData name="SAI GAYATHRI REDDY BHIMIREDDY" userId="db39b55f2a5aaf98" providerId="LiveId" clId="{66D03B86-2E07-45AE-B797-7F57626C1B4C}" dt="2022-10-21T04:52:40.596" v="1473" actId="11"/>
        <pc:sldMkLst>
          <pc:docMk/>
          <pc:sldMk cId="2887750799" sldId="308"/>
        </pc:sldMkLst>
        <pc:spChg chg="del">
          <ac:chgData name="SAI GAYATHRI REDDY BHIMIREDDY" userId="db39b55f2a5aaf98" providerId="LiveId" clId="{66D03B86-2E07-45AE-B797-7F57626C1B4C}" dt="2022-10-20T17:48:21.118" v="628" actId="478"/>
          <ac:spMkLst>
            <pc:docMk/>
            <pc:sldMk cId="2887750799" sldId="308"/>
            <ac:spMk id="2" creationId="{CBC6F58E-A30B-8955-62A8-B2DC26D26916}"/>
          </ac:spMkLst>
        </pc:spChg>
        <pc:spChg chg="add mod">
          <ac:chgData name="SAI GAYATHRI REDDY BHIMIREDDY" userId="db39b55f2a5aaf98" providerId="LiveId" clId="{66D03B86-2E07-45AE-B797-7F57626C1B4C}" dt="2022-10-21T04:52:40.596" v="1473" actId="11"/>
          <ac:spMkLst>
            <pc:docMk/>
            <pc:sldMk cId="2887750799" sldId="308"/>
            <ac:spMk id="3" creationId="{77D22E79-F2C6-7B64-8AA8-C471019F9479}"/>
          </ac:spMkLst>
        </pc:spChg>
      </pc:sldChg>
      <pc:sldChg chg="addSp delSp modSp new mod">
        <pc:chgData name="SAI GAYATHRI REDDY BHIMIREDDY" userId="db39b55f2a5aaf98" providerId="LiveId" clId="{66D03B86-2E07-45AE-B797-7F57626C1B4C}" dt="2022-10-21T04:47:56.955" v="1425" actId="255"/>
        <pc:sldMkLst>
          <pc:docMk/>
          <pc:sldMk cId="3255159128" sldId="309"/>
        </pc:sldMkLst>
        <pc:spChg chg="del">
          <ac:chgData name="SAI GAYATHRI REDDY BHIMIREDDY" userId="db39b55f2a5aaf98" providerId="LiveId" clId="{66D03B86-2E07-45AE-B797-7F57626C1B4C}" dt="2022-10-20T17:48:31.975" v="630" actId="478"/>
          <ac:spMkLst>
            <pc:docMk/>
            <pc:sldMk cId="3255159128" sldId="309"/>
            <ac:spMk id="2" creationId="{0BDD6EB2-26CE-8769-ECB2-DB7ED772E093}"/>
          </ac:spMkLst>
        </pc:spChg>
        <pc:spChg chg="add mod">
          <ac:chgData name="SAI GAYATHRI REDDY BHIMIREDDY" userId="db39b55f2a5aaf98" providerId="LiveId" clId="{66D03B86-2E07-45AE-B797-7F57626C1B4C}" dt="2022-10-21T04:47:56.955" v="1425" actId="255"/>
          <ac:spMkLst>
            <pc:docMk/>
            <pc:sldMk cId="3255159128" sldId="309"/>
            <ac:spMk id="3" creationId="{FE16570F-1E8C-4D52-B2C1-AB0DF60508C6}"/>
          </ac:spMkLst>
        </pc:spChg>
      </pc:sldChg>
      <pc:sldChg chg="addSp delSp modSp new mod">
        <pc:chgData name="SAI GAYATHRI REDDY BHIMIREDDY" userId="db39b55f2a5aaf98" providerId="LiveId" clId="{66D03B86-2E07-45AE-B797-7F57626C1B4C}" dt="2022-10-20T18:00:03.608" v="706" actId="478"/>
        <pc:sldMkLst>
          <pc:docMk/>
          <pc:sldMk cId="3385370214" sldId="310"/>
        </pc:sldMkLst>
        <pc:spChg chg="del">
          <ac:chgData name="SAI GAYATHRI REDDY BHIMIREDDY" userId="db39b55f2a5aaf98" providerId="LiveId" clId="{66D03B86-2E07-45AE-B797-7F57626C1B4C}" dt="2022-10-20T18:00:03.608" v="706" actId="478"/>
          <ac:spMkLst>
            <pc:docMk/>
            <pc:sldMk cId="3385370214" sldId="310"/>
            <ac:spMk id="2" creationId="{71CC6B4E-E874-3ABE-9DCA-21CEAB95D84D}"/>
          </ac:spMkLst>
        </pc:spChg>
        <pc:picChg chg="add mod">
          <ac:chgData name="SAI GAYATHRI REDDY BHIMIREDDY" userId="db39b55f2a5aaf98" providerId="LiveId" clId="{66D03B86-2E07-45AE-B797-7F57626C1B4C}" dt="2022-10-20T17:58:26.623" v="699" actId="1076"/>
          <ac:picMkLst>
            <pc:docMk/>
            <pc:sldMk cId="3385370214" sldId="310"/>
            <ac:picMk id="4" creationId="{B56837DA-236C-4EFE-C8E5-7FE0A422C152}"/>
          </ac:picMkLst>
        </pc:picChg>
        <pc:picChg chg="add mod">
          <ac:chgData name="SAI GAYATHRI REDDY BHIMIREDDY" userId="db39b55f2a5aaf98" providerId="LiveId" clId="{66D03B86-2E07-45AE-B797-7F57626C1B4C}" dt="2022-10-20T17:58:56.417" v="701" actId="1076"/>
          <ac:picMkLst>
            <pc:docMk/>
            <pc:sldMk cId="3385370214" sldId="310"/>
            <ac:picMk id="6" creationId="{210B2176-6829-7C44-9424-0219A541C260}"/>
          </ac:picMkLst>
        </pc:picChg>
        <pc:picChg chg="add mod">
          <ac:chgData name="SAI GAYATHRI REDDY BHIMIREDDY" userId="db39b55f2a5aaf98" providerId="LiveId" clId="{66D03B86-2E07-45AE-B797-7F57626C1B4C}" dt="2022-10-20T17:59:19.631" v="703" actId="1076"/>
          <ac:picMkLst>
            <pc:docMk/>
            <pc:sldMk cId="3385370214" sldId="310"/>
            <ac:picMk id="8" creationId="{048DCA3F-71B2-985A-A905-7F7E7C032174}"/>
          </ac:picMkLst>
        </pc:picChg>
        <pc:picChg chg="add mod">
          <ac:chgData name="SAI GAYATHRI REDDY BHIMIREDDY" userId="db39b55f2a5aaf98" providerId="LiveId" clId="{66D03B86-2E07-45AE-B797-7F57626C1B4C}" dt="2022-10-20T17:59:56.582" v="705" actId="1076"/>
          <ac:picMkLst>
            <pc:docMk/>
            <pc:sldMk cId="3385370214" sldId="310"/>
            <ac:picMk id="10" creationId="{9A792FDB-168D-F0B9-5C1D-BFA8908E4F2D}"/>
          </ac:picMkLst>
        </pc:picChg>
      </pc:sldChg>
      <pc:sldChg chg="addSp delSp modSp new mod">
        <pc:chgData name="SAI GAYATHRI REDDY BHIMIREDDY" userId="db39b55f2a5aaf98" providerId="LiveId" clId="{66D03B86-2E07-45AE-B797-7F57626C1B4C}" dt="2022-10-20T18:02:54.418" v="724" actId="14100"/>
        <pc:sldMkLst>
          <pc:docMk/>
          <pc:sldMk cId="2292149686" sldId="311"/>
        </pc:sldMkLst>
        <pc:spChg chg="del">
          <ac:chgData name="SAI GAYATHRI REDDY BHIMIREDDY" userId="db39b55f2a5aaf98" providerId="LiveId" clId="{66D03B86-2E07-45AE-B797-7F57626C1B4C}" dt="2022-10-20T18:00:35.379" v="708" actId="478"/>
          <ac:spMkLst>
            <pc:docMk/>
            <pc:sldMk cId="2292149686" sldId="311"/>
            <ac:spMk id="2" creationId="{D36467AC-CE32-164D-ACBD-80BD2D3E46C0}"/>
          </ac:spMkLst>
        </pc:spChg>
        <pc:picChg chg="add mod">
          <ac:chgData name="SAI GAYATHRI REDDY BHIMIREDDY" userId="db39b55f2a5aaf98" providerId="LiveId" clId="{66D03B86-2E07-45AE-B797-7F57626C1B4C}" dt="2022-10-20T18:02:39.803" v="719" actId="14100"/>
          <ac:picMkLst>
            <pc:docMk/>
            <pc:sldMk cId="2292149686" sldId="311"/>
            <ac:picMk id="4" creationId="{95916B40-C9E0-C54A-7F31-93B10550E167}"/>
          </ac:picMkLst>
        </pc:picChg>
        <pc:picChg chg="add mod">
          <ac:chgData name="SAI GAYATHRI REDDY BHIMIREDDY" userId="db39b55f2a5aaf98" providerId="LiveId" clId="{66D03B86-2E07-45AE-B797-7F57626C1B4C}" dt="2022-10-20T18:02:44.039" v="720" actId="14100"/>
          <ac:picMkLst>
            <pc:docMk/>
            <pc:sldMk cId="2292149686" sldId="311"/>
            <ac:picMk id="6" creationId="{B1828B30-7E36-FBBB-6B83-8CEE02C7846D}"/>
          </ac:picMkLst>
        </pc:picChg>
        <pc:picChg chg="add mod">
          <ac:chgData name="SAI GAYATHRI REDDY BHIMIREDDY" userId="db39b55f2a5aaf98" providerId="LiveId" clId="{66D03B86-2E07-45AE-B797-7F57626C1B4C}" dt="2022-10-20T18:02:47.523" v="722" actId="14100"/>
          <ac:picMkLst>
            <pc:docMk/>
            <pc:sldMk cId="2292149686" sldId="311"/>
            <ac:picMk id="8" creationId="{4B00F99D-3D66-F8DC-521F-537171B5C9F1}"/>
          </ac:picMkLst>
        </pc:picChg>
        <pc:picChg chg="add mod">
          <ac:chgData name="SAI GAYATHRI REDDY BHIMIREDDY" userId="db39b55f2a5aaf98" providerId="LiveId" clId="{66D03B86-2E07-45AE-B797-7F57626C1B4C}" dt="2022-10-20T18:02:50.874" v="723" actId="14100"/>
          <ac:picMkLst>
            <pc:docMk/>
            <pc:sldMk cId="2292149686" sldId="311"/>
            <ac:picMk id="10" creationId="{3684B88E-6892-300A-B965-03BC073D7137}"/>
          </ac:picMkLst>
        </pc:picChg>
        <pc:picChg chg="add mod">
          <ac:chgData name="SAI GAYATHRI REDDY BHIMIREDDY" userId="db39b55f2a5aaf98" providerId="LiveId" clId="{66D03B86-2E07-45AE-B797-7F57626C1B4C}" dt="2022-10-20T18:02:54.418" v="724" actId="14100"/>
          <ac:picMkLst>
            <pc:docMk/>
            <pc:sldMk cId="2292149686" sldId="311"/>
            <ac:picMk id="12" creationId="{7D08E20F-C73B-B8B6-B891-254347025EC2}"/>
          </ac:picMkLst>
        </pc:picChg>
      </pc:sldChg>
      <pc:sldChg chg="addSp delSp modSp new mod">
        <pc:chgData name="SAI GAYATHRI REDDY BHIMIREDDY" userId="db39b55f2a5aaf98" providerId="LiveId" clId="{66D03B86-2E07-45AE-B797-7F57626C1B4C}" dt="2022-10-21T05:56:35.582" v="1646" actId="255"/>
        <pc:sldMkLst>
          <pc:docMk/>
          <pc:sldMk cId="307130458" sldId="312"/>
        </pc:sldMkLst>
        <pc:spChg chg="del">
          <ac:chgData name="SAI GAYATHRI REDDY BHIMIREDDY" userId="db39b55f2a5aaf98" providerId="LiveId" clId="{66D03B86-2E07-45AE-B797-7F57626C1B4C}" dt="2022-10-20T18:28:35.462" v="917" actId="478"/>
          <ac:spMkLst>
            <pc:docMk/>
            <pc:sldMk cId="307130458" sldId="312"/>
            <ac:spMk id="2" creationId="{C89D51E7-E014-8CE4-5818-54A8661530A2}"/>
          </ac:spMkLst>
        </pc:spChg>
        <pc:graphicFrameChg chg="add mod modGraphic">
          <ac:chgData name="SAI GAYATHRI REDDY BHIMIREDDY" userId="db39b55f2a5aaf98" providerId="LiveId" clId="{66D03B86-2E07-45AE-B797-7F57626C1B4C}" dt="2022-10-21T05:56:35.582" v="1646" actId="255"/>
          <ac:graphicFrameMkLst>
            <pc:docMk/>
            <pc:sldMk cId="307130458" sldId="312"/>
            <ac:graphicFrameMk id="3" creationId="{F6BE8799-903A-DD6C-52E8-FF86A3244D14}"/>
          </ac:graphicFrameMkLst>
        </pc:graphicFrameChg>
      </pc:sldChg>
      <pc:sldChg chg="modSp add mod">
        <pc:chgData name="SAI GAYATHRI REDDY BHIMIREDDY" userId="db39b55f2a5aaf98" providerId="LiveId" clId="{66D03B86-2E07-45AE-B797-7F57626C1B4C}" dt="2022-10-21T05:57:39.495" v="1653" actId="14734"/>
        <pc:sldMkLst>
          <pc:docMk/>
          <pc:sldMk cId="2186034116" sldId="313"/>
        </pc:sldMkLst>
        <pc:graphicFrameChg chg="mod modGraphic">
          <ac:chgData name="SAI GAYATHRI REDDY BHIMIREDDY" userId="db39b55f2a5aaf98" providerId="LiveId" clId="{66D03B86-2E07-45AE-B797-7F57626C1B4C}" dt="2022-10-21T05:57:39.495" v="1653" actId="14734"/>
          <ac:graphicFrameMkLst>
            <pc:docMk/>
            <pc:sldMk cId="2186034116" sldId="313"/>
            <ac:graphicFrameMk id="3" creationId="{F6BE8799-903A-DD6C-52E8-FF86A3244D14}"/>
          </ac:graphicFrameMkLst>
        </pc:graphicFrameChg>
      </pc:sldChg>
      <pc:sldChg chg="modSp add mod">
        <pc:chgData name="SAI GAYATHRI REDDY BHIMIREDDY" userId="db39b55f2a5aaf98" providerId="LiveId" clId="{66D03B86-2E07-45AE-B797-7F57626C1B4C}" dt="2022-10-21T05:42:48.526" v="1598" actId="404"/>
        <pc:sldMkLst>
          <pc:docMk/>
          <pc:sldMk cId="2146547762" sldId="314"/>
        </pc:sldMkLst>
        <pc:graphicFrameChg chg="mod modGraphic">
          <ac:chgData name="SAI GAYATHRI REDDY BHIMIREDDY" userId="db39b55f2a5aaf98" providerId="LiveId" clId="{66D03B86-2E07-45AE-B797-7F57626C1B4C}" dt="2022-10-21T05:42:48.526" v="1598" actId="404"/>
          <ac:graphicFrameMkLst>
            <pc:docMk/>
            <pc:sldMk cId="2146547762" sldId="314"/>
            <ac:graphicFrameMk id="3" creationId="{F6BE8799-903A-DD6C-52E8-FF86A3244D14}"/>
          </ac:graphicFrameMkLst>
        </pc:graphicFrameChg>
      </pc:sldChg>
      <pc:sldChg chg="addSp delSp modSp new mod">
        <pc:chgData name="SAI GAYATHRI REDDY BHIMIREDDY" userId="db39b55f2a5aaf98" providerId="LiveId" clId="{66D03B86-2E07-45AE-B797-7F57626C1B4C}" dt="2022-10-21T05:26:05.593" v="1573" actId="14100"/>
        <pc:sldMkLst>
          <pc:docMk/>
          <pc:sldMk cId="1118689201" sldId="315"/>
        </pc:sldMkLst>
        <pc:spChg chg="del">
          <ac:chgData name="SAI GAYATHRI REDDY BHIMIREDDY" userId="db39b55f2a5aaf98" providerId="LiveId" clId="{66D03B86-2E07-45AE-B797-7F57626C1B4C}" dt="2022-10-21T05:20:11.980" v="1544" actId="478"/>
          <ac:spMkLst>
            <pc:docMk/>
            <pc:sldMk cId="1118689201" sldId="315"/>
            <ac:spMk id="2" creationId="{0B3CD71B-1353-90D6-3D9E-84CF2ED37DB9}"/>
          </ac:spMkLst>
        </pc:spChg>
        <pc:spChg chg="add mod">
          <ac:chgData name="SAI GAYATHRI REDDY BHIMIREDDY" userId="db39b55f2a5aaf98" providerId="LiveId" clId="{66D03B86-2E07-45AE-B797-7F57626C1B4C}" dt="2022-10-21T05:26:05.593" v="1573" actId="14100"/>
          <ac:spMkLst>
            <pc:docMk/>
            <pc:sldMk cId="1118689201" sldId="315"/>
            <ac:spMk id="3" creationId="{924CDC2B-4C70-3DC0-2FB0-9275131B24EC}"/>
          </ac:spMkLst>
        </pc:spChg>
      </pc:sldChg>
      <pc:sldChg chg="new del">
        <pc:chgData name="SAI GAYATHRI REDDY BHIMIREDDY" userId="db39b55f2a5aaf98" providerId="LiveId" clId="{66D03B86-2E07-45AE-B797-7F57626C1B4C}" dt="2022-10-21T04:53:22.733" v="1475" actId="680"/>
        <pc:sldMkLst>
          <pc:docMk/>
          <pc:sldMk cId="3601802750" sldId="315"/>
        </pc:sldMkLst>
      </pc:sldChg>
      <pc:sldChg chg="addSp delSp modSp new mod">
        <pc:chgData name="SAI GAYATHRI REDDY BHIMIREDDY" userId="db39b55f2a5aaf98" providerId="LiveId" clId="{66D03B86-2E07-45AE-B797-7F57626C1B4C}" dt="2022-10-21T05:58:08.537" v="1654" actId="2711"/>
        <pc:sldMkLst>
          <pc:docMk/>
          <pc:sldMk cId="608599325" sldId="316"/>
        </pc:sldMkLst>
        <pc:spChg chg="del">
          <ac:chgData name="SAI GAYATHRI REDDY BHIMIREDDY" userId="db39b55f2a5aaf98" providerId="LiveId" clId="{66D03B86-2E07-45AE-B797-7F57626C1B4C}" dt="2022-10-21T05:48:40.958" v="1611" actId="478"/>
          <ac:spMkLst>
            <pc:docMk/>
            <pc:sldMk cId="608599325" sldId="316"/>
            <ac:spMk id="2" creationId="{D3CD5519-8FD3-7D76-CC54-76D5ED842615}"/>
          </ac:spMkLst>
        </pc:spChg>
        <pc:spChg chg="add del">
          <ac:chgData name="SAI GAYATHRI REDDY BHIMIREDDY" userId="db39b55f2a5aaf98" providerId="LiveId" clId="{66D03B86-2E07-45AE-B797-7F57626C1B4C}" dt="2022-10-21T05:49:04.198" v="1614" actId="478"/>
          <ac:spMkLst>
            <pc:docMk/>
            <pc:sldMk cId="608599325" sldId="316"/>
            <ac:spMk id="4" creationId="{E0A7F3EC-79A7-A960-EF72-5FA9B1A38109}"/>
          </ac:spMkLst>
        </pc:spChg>
        <pc:spChg chg="add mod">
          <ac:chgData name="SAI GAYATHRI REDDY BHIMIREDDY" userId="db39b55f2a5aaf98" providerId="LiveId" clId="{66D03B86-2E07-45AE-B797-7F57626C1B4C}" dt="2022-10-21T05:58:08.537" v="1654" actId="2711"/>
          <ac:spMkLst>
            <pc:docMk/>
            <pc:sldMk cId="608599325" sldId="316"/>
            <ac:spMk id="6" creationId="{1C476202-F69E-F89D-1F9A-B7F96875AEC2}"/>
          </ac:spMkLst>
        </pc:spChg>
        <pc:picChg chg="add mod">
          <ac:chgData name="SAI GAYATHRI REDDY BHIMIREDDY" userId="db39b55f2a5aaf98" providerId="LiveId" clId="{66D03B86-2E07-45AE-B797-7F57626C1B4C}" dt="2022-10-21T05:49:01.602" v="1613"/>
          <ac:picMkLst>
            <pc:docMk/>
            <pc:sldMk cId="608599325" sldId="316"/>
            <ac:picMk id="5" creationId="{09778CBA-D122-6C93-4C71-04644E58D95A}"/>
          </ac:picMkLst>
        </pc:picChg>
      </pc:sldChg>
      <pc:sldChg chg="add del">
        <pc:chgData name="SAI GAYATHRI REDDY BHIMIREDDY" userId="db39b55f2a5aaf98" providerId="LiveId" clId="{66D03B86-2E07-45AE-B797-7F57626C1B4C}" dt="2022-10-21T05:48:34.270" v="1609" actId="2890"/>
        <pc:sldMkLst>
          <pc:docMk/>
          <pc:sldMk cId="1748379132" sldId="3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2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3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4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60"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72"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8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9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10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sp>
        <p:nvSpPr>
          <p:cNvPr id="3" name="Text"/>
          <p:cNvSpPr txBox="1"/>
          <p:nvPr/>
        </p:nvSpPr>
        <p:spPr>
          <a:xfrm>
            <a:off x="1264919" y="304800"/>
            <a:ext cx="6918961" cy="3506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800" b="1">
                <a:latin typeface="+mn-lt"/>
                <a:ea typeface="+mn-ea"/>
                <a:cs typeface="+mn-cs"/>
                <a:sym typeface="Arial"/>
              </a:defRPr>
            </a:lvl1pPr>
          </a:lstStyle>
          <a:p>
            <a:r>
              <a:t>                       </a:t>
            </a:r>
          </a:p>
        </p:txBody>
      </p:sp>
      <p:pic>
        <p:nvPicPr>
          <p:cNvPr id="4" name="image.png" descr="image.png"/>
          <p:cNvPicPr>
            <a:picLocks noChangeAspect="1"/>
          </p:cNvPicPr>
          <p:nvPr/>
        </p:nvPicPr>
        <p:blipFill>
          <a:blip r:embed="rId12"/>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2" y="381000"/>
            <a:ext cx="301909" cy="288824"/>
          </a:xfrm>
          <a:prstGeom prst="rect">
            <a:avLst/>
          </a:prstGeom>
          <a:ln w="12700">
            <a:miter lim="400000"/>
          </a:ln>
        </p:spPr>
        <p:txBody>
          <a:bodyPr wrap="none" lIns="45719" rIns="45719">
            <a:spAutoFit/>
          </a:bodyPr>
          <a:lstStyle>
            <a:lvl1pPr algn="r">
              <a:defRPr>
                <a:latin typeface="+mn-lt"/>
                <a:ea typeface="+mn-ea"/>
                <a:cs typeface="+mn-cs"/>
                <a:sym typeface="Arial"/>
              </a:defRPr>
            </a:lvl1pPr>
          </a:lstStyle>
          <a:p>
            <a:fld id="{86CB4B4D-7CA3-9044-876B-883B54F8677D}" type="slidenum">
              <a:rPr/>
              <a:pPr/>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7" name="Body Level One…"/>
          <p:cNvSpPr txBox="1">
            <a:spLocks noGrp="1"/>
          </p:cNvSpPr>
          <p:nvPr>
            <p:ph type="body" idx="1"/>
          </p:nvPr>
        </p:nvSpPr>
        <p:spPr>
          <a:xfrm>
            <a:off x="457200" y="1600200"/>
            <a:ext cx="8229600" cy="4525963"/>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0.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pPr/>
              <a:t>1</a:t>
            </a:fld>
            <a:endParaRPr/>
          </a:p>
        </p:txBody>
      </p:sp>
      <p:sp>
        <p:nvSpPr>
          <p:cNvPr id="131" name="Z-SPA"/>
          <p:cNvSpPr txBox="1">
            <a:spLocks noGrp="1"/>
          </p:cNvSpPr>
          <p:nvPr>
            <p:ph type="title"/>
          </p:nvPr>
        </p:nvSpPr>
        <p:spPr>
          <a:xfrm>
            <a:off x="762000" y="1017234"/>
            <a:ext cx="7696200" cy="914400"/>
          </a:xfrm>
          <a:prstGeom prst="rect">
            <a:avLst/>
          </a:prstGeom>
        </p:spPr>
        <p:txBody>
          <a:bodyPr>
            <a:normAutofit/>
          </a:bodyPr>
          <a:lstStyle/>
          <a:p>
            <a:pPr>
              <a:defRPr sz="4000" b="1">
                <a:latin typeface="Times New Roman"/>
                <a:ea typeface="Times New Roman"/>
                <a:cs typeface="Times New Roman"/>
                <a:sym typeface="Times New Roman"/>
              </a:defRPr>
            </a:pPr>
            <a:r>
              <a:rPr dirty="0"/>
              <a:t> </a:t>
            </a:r>
            <a:r>
              <a:rPr lang="en-IN" sz="3000" dirty="0"/>
              <a:t>Handwriting Analysis using Graphology</a:t>
            </a:r>
            <a:endParaRPr sz="3000" b="0" dirty="0"/>
          </a:p>
        </p:txBody>
      </p:sp>
      <p:sp>
        <p:nvSpPr>
          <p:cNvPr id="13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grpSp>
        <p:nvGrpSpPr>
          <p:cNvPr id="135" name="Group"/>
          <p:cNvGrpSpPr/>
          <p:nvPr/>
        </p:nvGrpSpPr>
        <p:grpSpPr>
          <a:xfrm>
            <a:off x="457200" y="1981200"/>
            <a:ext cx="8097814" cy="3265503"/>
            <a:chOff x="0" y="0"/>
            <a:chExt cx="8097813" cy="3788885"/>
          </a:xfrm>
        </p:grpSpPr>
        <p:sp>
          <p:nvSpPr>
            <p:cNvPr id="133" name="Rectangle"/>
            <p:cNvSpPr/>
            <p:nvPr/>
          </p:nvSpPr>
          <p:spPr>
            <a:xfrm>
              <a:off x="0" y="0"/>
              <a:ext cx="8097814" cy="3788886"/>
            </a:xfrm>
            <a:prstGeom prst="rect">
              <a:avLst/>
            </a:prstGeom>
            <a:solidFill>
              <a:srgbClr val="FFFFFF"/>
            </a:solidFill>
            <a:ln w="12700" cap="flat">
              <a:noFill/>
              <a:miter lim="400000"/>
            </a:ln>
            <a:effectLst/>
          </p:spPr>
          <p:txBody>
            <a:bodyPr wrap="square" lIns="45719" tIns="45719" rIns="45719" bIns="45719" numCol="1" anchor="t">
              <a:noAutofit/>
            </a:bodyPr>
            <a:lstStyle/>
            <a:p>
              <a:pPr algn="ctr">
                <a:lnSpc>
                  <a:spcPct val="80000"/>
                </a:lnSpc>
                <a:spcBef>
                  <a:spcPts val="400"/>
                </a:spcBef>
                <a:defRPr sz="2000" b="1">
                  <a:latin typeface="+mn-lt"/>
                  <a:ea typeface="+mn-ea"/>
                  <a:cs typeface="+mn-cs"/>
                  <a:sym typeface="Arial"/>
                </a:defRPr>
              </a:pPr>
              <a:endParaRPr/>
            </a:p>
          </p:txBody>
        </p:sp>
        <p:sp>
          <p:nvSpPr>
            <p:cNvPr id="134" name="Team Members     Group No: 13…"/>
            <p:cNvSpPr txBox="1"/>
            <p:nvPr/>
          </p:nvSpPr>
          <p:spPr>
            <a:xfrm>
              <a:off x="44575" y="0"/>
              <a:ext cx="8008664" cy="35435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a:lnSpc>
                  <a:spcPct val="80000"/>
                </a:lnSpc>
                <a:spcBef>
                  <a:spcPts val="400"/>
                </a:spcBef>
                <a:defRPr sz="2000" b="1">
                  <a:latin typeface="+mn-lt"/>
                  <a:ea typeface="+mn-ea"/>
                  <a:cs typeface="+mn-cs"/>
                  <a:sym typeface="Arial"/>
                </a:defRPr>
              </a:pPr>
              <a:endParaRPr lang="en-IN" dirty="0"/>
            </a:p>
            <a:p>
              <a:pPr>
                <a:lnSpc>
                  <a:spcPct val="80000"/>
                </a:lnSpc>
                <a:spcBef>
                  <a:spcPts val="400"/>
                </a:spcBef>
                <a:defRPr sz="2000" b="1">
                  <a:latin typeface="+mn-lt"/>
                  <a:ea typeface="+mn-ea"/>
                  <a:cs typeface="+mn-cs"/>
                  <a:sym typeface="Arial"/>
                </a:defRPr>
              </a:pPr>
              <a:r>
                <a:rPr dirty="0"/>
                <a:t>Team Members	 			</a:t>
              </a:r>
              <a:r>
                <a:rPr lang="en-US" dirty="0"/>
                <a:t>Tag: SECURITY</a:t>
              </a:r>
              <a:r>
                <a:rPr b="0" dirty="0"/>
                <a:t>		</a:t>
              </a:r>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a:pPr>
              <a:endParaRPr b="0" dirty="0"/>
            </a:p>
            <a:p>
              <a:pPr>
                <a:lnSpc>
                  <a:spcPct val="80000"/>
                </a:lnSpc>
                <a:spcBef>
                  <a:spcPts val="400"/>
                </a:spcBef>
                <a:defRPr sz="2000" b="1">
                  <a:latin typeface="+mn-lt"/>
                  <a:ea typeface="+mn-ea"/>
                  <a:cs typeface="+mn-cs"/>
                  <a:sym typeface="Arial"/>
                </a:defRPr>
              </a:pPr>
              <a:endParaRPr lang="en-IN" dirty="0"/>
            </a:p>
            <a:p>
              <a:pPr>
                <a:lnSpc>
                  <a:spcPct val="80000"/>
                </a:lnSpc>
                <a:spcBef>
                  <a:spcPts val="400"/>
                </a:spcBef>
                <a:defRPr sz="2000" b="1">
                  <a:latin typeface="+mn-lt"/>
                  <a:ea typeface="+mn-ea"/>
                  <a:cs typeface="+mn-cs"/>
                  <a:sym typeface="Arial"/>
                </a:defRPr>
              </a:pPr>
              <a:r>
                <a:rPr dirty="0"/>
                <a:t> Project  Advisor:</a:t>
              </a:r>
              <a:r>
                <a:rPr lang="en-IN" dirty="0"/>
                <a:t> Ms. P. </a:t>
              </a:r>
              <a:r>
                <a:rPr lang="en-IN" dirty="0" err="1"/>
                <a:t>Malathi</a:t>
              </a:r>
              <a:endParaRPr lang="en-IN" dirty="0"/>
            </a:p>
            <a:p>
              <a:pPr>
                <a:lnSpc>
                  <a:spcPct val="80000"/>
                </a:lnSpc>
                <a:spcBef>
                  <a:spcPts val="400"/>
                </a:spcBef>
                <a:defRPr sz="2000" b="1">
                  <a:latin typeface="+mn-lt"/>
                  <a:ea typeface="+mn-ea"/>
                  <a:cs typeface="+mn-cs"/>
                  <a:sym typeface="Arial"/>
                </a:defRPr>
              </a:pPr>
              <a:r>
                <a:rPr lang="en-IN" dirty="0"/>
                <a:t>                                        (Assistant Professor – CSE)</a:t>
              </a:r>
              <a:endParaRPr dirty="0"/>
            </a:p>
          </p:txBody>
        </p:sp>
      </p:grpSp>
      <p:graphicFrame>
        <p:nvGraphicFramePr>
          <p:cNvPr id="137" name="Table"/>
          <p:cNvGraphicFramePr/>
          <p:nvPr>
            <p:extLst>
              <p:ext uri="{D42A27DB-BD31-4B8C-83A1-F6EECF244321}">
                <p14:modId xmlns:p14="http://schemas.microsoft.com/office/powerpoint/2010/main" val="800222376"/>
              </p:ext>
            </p:extLst>
          </p:nvPr>
        </p:nvGraphicFramePr>
        <p:xfrm>
          <a:off x="571500" y="2819961"/>
          <a:ext cx="8000999" cy="2302453"/>
        </p:xfrm>
        <a:graphic>
          <a:graphicData uri="http://schemas.openxmlformats.org/drawingml/2006/table">
            <a:tbl>
              <a:tblPr>
                <a:tableStyleId>{4C3C2611-4C71-4FC5-86AE-919BDF0F9419}</a:tableStyleId>
              </a:tblPr>
              <a:tblGrid>
                <a:gridCol w="771525">
                  <a:extLst>
                    <a:ext uri="{9D8B030D-6E8A-4147-A177-3AD203B41FA5}">
                      <a16:colId xmlns:a16="http://schemas.microsoft.com/office/drawing/2014/main" val="20000"/>
                    </a:ext>
                  </a:extLst>
                </a:gridCol>
                <a:gridCol w="2268537">
                  <a:extLst>
                    <a:ext uri="{9D8B030D-6E8A-4147-A177-3AD203B41FA5}">
                      <a16:colId xmlns:a16="http://schemas.microsoft.com/office/drawing/2014/main" val="20001"/>
                    </a:ext>
                  </a:extLst>
                </a:gridCol>
                <a:gridCol w="3760787">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529381">
                <a:tc>
                  <a:txBody>
                    <a:bodyPr/>
                    <a:lstStyle/>
                    <a:p>
                      <a:pPr algn="ctr">
                        <a:defRPr sz="1800"/>
                      </a:pPr>
                      <a:r>
                        <a:rPr sz="1600" b="1">
                          <a:latin typeface="Times New Roman"/>
                          <a:ea typeface="Times New Roman"/>
                          <a:cs typeface="Times New Roman"/>
                          <a:sym typeface="Times New Roman"/>
                        </a:rPr>
                        <a:t>S.No</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sz="1600" b="1">
                          <a:latin typeface="Times New Roman"/>
                          <a:ea typeface="Times New Roman"/>
                          <a:cs typeface="Times New Roman"/>
                          <a:sym typeface="Times New Roman"/>
                        </a:rPr>
                        <a:t>Reg.No</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sz="1600" b="1">
                          <a:latin typeface="Times New Roman"/>
                          <a:ea typeface="Times New Roman"/>
                          <a:cs typeface="Times New Roman"/>
                          <a:sym typeface="Times New Roman"/>
                        </a:rPr>
                        <a:t>Name of the Student</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sz="1600" b="1">
                          <a:latin typeface="Times New Roman"/>
                          <a:ea typeface="Times New Roman"/>
                          <a:cs typeface="Times New Roman"/>
                          <a:sym typeface="Times New Roman"/>
                        </a:rPr>
                        <a:t>Section</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443268">
                <a:tc>
                  <a:txBody>
                    <a:bodyPr/>
                    <a:lstStyle/>
                    <a:p>
                      <a:pPr algn="ctr">
                        <a:defRPr sz="1800"/>
                      </a:pPr>
                      <a:r>
                        <a:rPr lang="en-IN" sz="1400" dirty="0">
                          <a:latin typeface="Times New Roman"/>
                          <a:ea typeface="Times New Roman"/>
                          <a:cs typeface="Times New Roman"/>
                          <a:sym typeface="Times New Roman"/>
                        </a:rPr>
                        <a:t>1</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CB.EN.U4CSE19012</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B. SAI GAYATHRI REDDY</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CSE A</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43268">
                <a:tc>
                  <a:txBody>
                    <a:bodyPr/>
                    <a:lstStyle/>
                    <a:p>
                      <a:pPr algn="ctr">
                        <a:defRPr sz="1800"/>
                      </a:pPr>
                      <a:r>
                        <a:rPr lang="en-IN" sz="1400" dirty="0">
                          <a:latin typeface="Times New Roman"/>
                          <a:ea typeface="Times New Roman"/>
                          <a:cs typeface="Times New Roman"/>
                          <a:sym typeface="Times New Roman"/>
                        </a:rPr>
                        <a:t>2</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CB.EN.U4CSE19015</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E. SAHITYA</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CSE A</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979378"/>
                  </a:ext>
                </a:extLst>
              </a:tr>
              <a:tr h="443268">
                <a:tc>
                  <a:txBody>
                    <a:bodyPr/>
                    <a:lstStyle/>
                    <a:p>
                      <a:pPr algn="ctr">
                        <a:defRPr sz="1800"/>
                      </a:pPr>
                      <a:r>
                        <a:rPr lang="en-IN" sz="1400" dirty="0">
                          <a:latin typeface="Times New Roman"/>
                          <a:ea typeface="Times New Roman"/>
                          <a:cs typeface="Times New Roman"/>
                          <a:sym typeface="Times New Roman"/>
                        </a:rPr>
                        <a:t>3</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CB.EN.U4CSE19019</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G.L.SRESHTA</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IN" sz="1400" dirty="0">
                          <a:latin typeface="Times New Roman"/>
                          <a:ea typeface="Times New Roman"/>
                          <a:cs typeface="Times New Roman"/>
                          <a:sym typeface="Times New Roman"/>
                        </a:rPr>
                        <a:t>CSE A</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218014"/>
                  </a:ext>
                </a:extLst>
              </a:tr>
              <a:tr h="443268">
                <a:tc>
                  <a:txBody>
                    <a:bodyPr/>
                    <a:lstStyle/>
                    <a:p>
                      <a:pPr algn="ctr">
                        <a:defRPr sz="1800"/>
                      </a:pPr>
                      <a:r>
                        <a:rPr lang="en-IN" sz="1400" dirty="0">
                          <a:latin typeface="Times New Roman"/>
                          <a:ea typeface="Times New Roman"/>
                          <a:cs typeface="Times New Roman"/>
                          <a:sym typeface="Times New Roman"/>
                        </a:rPr>
                        <a:t>4</a:t>
                      </a:r>
                      <a:endParaRPr sz="14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IN" sz="1400" dirty="0">
                          <a:latin typeface="Times New Roman"/>
                          <a:ea typeface="Times New Roman"/>
                          <a:cs typeface="Times New Roman"/>
                          <a:sym typeface="Times New Roman"/>
                        </a:rPr>
                        <a:t>CB.EN.U4CSE19623</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IN" sz="1400" dirty="0">
                          <a:latin typeface="Times New Roman"/>
                          <a:ea typeface="Times New Roman"/>
                          <a:cs typeface="Times New Roman"/>
                          <a:sym typeface="Times New Roman"/>
                        </a:rPr>
                        <a:t>J.SAI RUPA</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IN" sz="1400" dirty="0">
                          <a:latin typeface="Times New Roman"/>
                          <a:ea typeface="Times New Roman"/>
                          <a:cs typeface="Times New Roman"/>
                          <a:sym typeface="Times New Roman"/>
                        </a:rPr>
                        <a:t>CSE F</a:t>
                      </a:r>
                      <a:endParaRPr sz="14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3254106983"/>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52210"/>
            <a:ext cx="8229600" cy="1508126"/>
          </a:xfrm>
        </p:spPr>
        <p:txBody>
          <a:bodyPr/>
          <a:lstStyle/>
          <a:p>
            <a:r>
              <a:rPr lang="en-US" dirty="0"/>
              <a:t>Screen shot of Mail approval from guide</a:t>
            </a:r>
          </a:p>
        </p:txBody>
      </p:sp>
      <p:pic>
        <p:nvPicPr>
          <p:cNvPr id="4" name="Picture 3">
            <a:extLst>
              <a:ext uri="{FF2B5EF4-FFF2-40B4-BE49-F238E27FC236}">
                <a16:creationId xmlns:a16="http://schemas.microsoft.com/office/drawing/2014/main" id="{8A0CFC46-0CE5-5039-79A8-B1CFDC3DBDB8}"/>
              </a:ext>
            </a:extLst>
          </p:cNvPr>
          <p:cNvPicPr>
            <a:picLocks noChangeAspect="1"/>
          </p:cNvPicPr>
          <p:nvPr/>
        </p:nvPicPr>
        <p:blipFill>
          <a:blip r:embed="rId2"/>
          <a:stretch>
            <a:fillRect/>
          </a:stretch>
        </p:blipFill>
        <p:spPr>
          <a:xfrm>
            <a:off x="1127463" y="2871187"/>
            <a:ext cx="6436311" cy="2354872"/>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pPr/>
              <a:t>3</a:t>
            </a:fld>
            <a:endParaRPr/>
          </a:p>
        </p:txBody>
      </p:sp>
      <p:sp>
        <p:nvSpPr>
          <p:cNvPr id="141" name="Content"/>
          <p:cNvSpPr txBox="1">
            <a:spLocks noGrp="1"/>
          </p:cNvSpPr>
          <p:nvPr>
            <p:ph type="title"/>
          </p:nvPr>
        </p:nvSpPr>
        <p:spPr>
          <a:xfrm>
            <a:off x="609600" y="1371600"/>
            <a:ext cx="7772400" cy="685800"/>
          </a:xfrm>
          <a:prstGeom prst="rect">
            <a:avLst/>
          </a:prstGeom>
        </p:spPr>
        <p:txBody>
          <a:bodyPr>
            <a:normAutofit/>
          </a:bodyPr>
          <a:lstStyle>
            <a:lvl1pPr>
              <a:defRPr sz="3200">
                <a:latin typeface="Times New Roman"/>
                <a:ea typeface="Times New Roman"/>
                <a:cs typeface="Times New Roman"/>
                <a:sym typeface="Times New Roman"/>
              </a:defRPr>
            </a:lvl1pPr>
          </a:lstStyle>
          <a:p>
            <a:r>
              <a:rPr lang="en-IN" dirty="0"/>
              <a:t>Problem definition</a:t>
            </a:r>
            <a:endParaRPr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144" name="Introduction…"/>
          <p:cNvSpPr/>
          <p:nvPr/>
        </p:nvSpPr>
        <p:spPr>
          <a:xfrm>
            <a:off x="1091954" y="2929236"/>
            <a:ext cx="7749466" cy="72840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spAutoFit/>
          </a:bodyPr>
          <a:lstStyle/>
          <a:p>
            <a:pPr algn="just"/>
            <a:endParaRPr lang="en-IN" sz="1800" u="sng" dirty="0"/>
          </a:p>
          <a:p>
            <a:pPr>
              <a:spcBef>
                <a:spcPts val="400"/>
              </a:spcBef>
              <a:buClr>
                <a:srgbClr val="6699FF"/>
              </a:buClr>
              <a:buSzPct val="100000"/>
              <a:defRPr sz="2000"/>
            </a:pPr>
            <a:r>
              <a:rPr lang="en-IN" dirty="0"/>
              <a:t>Handwriting Analysis Using Graphology and Machine Learning.</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pPr/>
              <a:t>4</a:t>
            </a:fld>
            <a:endParaRPr/>
          </a:p>
        </p:txBody>
      </p:sp>
      <p:sp>
        <p:nvSpPr>
          <p:cNvPr id="157" name="Motivation"/>
          <p:cNvSpPr txBox="1">
            <a:spLocks noGrp="1"/>
          </p:cNvSpPr>
          <p:nvPr>
            <p:ph type="title"/>
          </p:nvPr>
        </p:nvSpPr>
        <p:spPr>
          <a:xfrm>
            <a:off x="1143000" y="945472"/>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 (Existing system)</a:t>
            </a:r>
            <a:endParaRPr sz="3200" dirty="0"/>
          </a:p>
        </p:txBody>
      </p:sp>
      <p:sp>
        <p:nvSpPr>
          <p:cNvPr id="158" name="Group"/>
          <p:cNvSpPr/>
          <p:nvPr/>
        </p:nvSpPr>
        <p:spPr>
          <a:xfrm>
            <a:off x="685800" y="2249287"/>
            <a:ext cx="7772400" cy="38100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pPr>
              <a:spcBef>
                <a:spcPts val="400"/>
              </a:spcBef>
              <a:buSzPct val="100000"/>
            </a:pPr>
            <a:endParaRPr sz="1800" dirty="0"/>
          </a:p>
        </p:txBody>
      </p:sp>
      <p:graphicFrame>
        <p:nvGraphicFramePr>
          <p:cNvPr id="2" name="Table 2">
            <a:extLst>
              <a:ext uri="{FF2B5EF4-FFF2-40B4-BE49-F238E27FC236}">
                <a16:creationId xmlns:a16="http://schemas.microsoft.com/office/drawing/2014/main" id="{C6A2F751-EDFF-6A55-2695-4DA9C6214091}"/>
              </a:ext>
            </a:extLst>
          </p:cNvPr>
          <p:cNvGraphicFramePr>
            <a:graphicFrameLocks noGrp="1"/>
          </p:cNvGraphicFramePr>
          <p:nvPr>
            <p:extLst>
              <p:ext uri="{D42A27DB-BD31-4B8C-83A1-F6EECF244321}">
                <p14:modId xmlns:p14="http://schemas.microsoft.com/office/powerpoint/2010/main" val="2145107102"/>
              </p:ext>
            </p:extLst>
          </p:nvPr>
        </p:nvGraphicFramePr>
        <p:xfrm>
          <a:off x="665984" y="1772366"/>
          <a:ext cx="7963323" cy="3883718"/>
        </p:xfrm>
        <a:graphic>
          <a:graphicData uri="http://schemas.openxmlformats.org/drawingml/2006/table">
            <a:tbl>
              <a:tblPr firstRow="1" bandRow="1">
                <a:tableStyleId>{5940675A-B579-460E-94D1-54222C63F5DA}</a:tableStyleId>
              </a:tblPr>
              <a:tblGrid>
                <a:gridCol w="496991">
                  <a:extLst>
                    <a:ext uri="{9D8B030D-6E8A-4147-A177-3AD203B41FA5}">
                      <a16:colId xmlns:a16="http://schemas.microsoft.com/office/drawing/2014/main" val="1778551674"/>
                    </a:ext>
                  </a:extLst>
                </a:gridCol>
                <a:gridCol w="1612575">
                  <a:extLst>
                    <a:ext uri="{9D8B030D-6E8A-4147-A177-3AD203B41FA5}">
                      <a16:colId xmlns:a16="http://schemas.microsoft.com/office/drawing/2014/main" val="2811606408"/>
                    </a:ext>
                  </a:extLst>
                </a:gridCol>
                <a:gridCol w="1899712">
                  <a:extLst>
                    <a:ext uri="{9D8B030D-6E8A-4147-A177-3AD203B41FA5}">
                      <a16:colId xmlns:a16="http://schemas.microsoft.com/office/drawing/2014/main" val="3267358358"/>
                    </a:ext>
                  </a:extLst>
                </a:gridCol>
                <a:gridCol w="2065387">
                  <a:extLst>
                    <a:ext uri="{9D8B030D-6E8A-4147-A177-3AD203B41FA5}">
                      <a16:colId xmlns:a16="http://schemas.microsoft.com/office/drawing/2014/main" val="784708805"/>
                    </a:ext>
                  </a:extLst>
                </a:gridCol>
                <a:gridCol w="1888658">
                  <a:extLst>
                    <a:ext uri="{9D8B030D-6E8A-4147-A177-3AD203B41FA5}">
                      <a16:colId xmlns:a16="http://schemas.microsoft.com/office/drawing/2014/main" val="2460061127"/>
                    </a:ext>
                  </a:extLst>
                </a:gridCol>
              </a:tblGrid>
              <a:tr h="937928">
                <a:tc>
                  <a:txBody>
                    <a:bodyPr/>
                    <a:lstStyle/>
                    <a:p>
                      <a:pPr algn="l"/>
                      <a:r>
                        <a:rPr lang="en-US" dirty="0"/>
                        <a:t>S.no</a:t>
                      </a:r>
                    </a:p>
                  </a:txBody>
                  <a:tcPr>
                    <a:solidFill>
                      <a:schemeClr val="accent5">
                        <a:lumMod val="60000"/>
                        <a:lumOff val="40000"/>
                      </a:schemeClr>
                    </a:solidFill>
                  </a:tcPr>
                </a:tc>
                <a:tc>
                  <a:txBody>
                    <a:bodyPr/>
                    <a:lstStyle/>
                    <a:p>
                      <a:pPr algn="l"/>
                      <a:r>
                        <a:rPr lang="en-US" dirty="0"/>
                        <a:t>Authors</a:t>
                      </a:r>
                    </a:p>
                    <a:p>
                      <a:pPr lvl="0" algn="l">
                        <a:buNone/>
                      </a:pPr>
                      <a:r>
                        <a:rPr lang="en-US" dirty="0"/>
                        <a:t>Name(s)</a:t>
                      </a:r>
                    </a:p>
                  </a:txBody>
                  <a:tcPr>
                    <a:solidFill>
                      <a:schemeClr val="accent5">
                        <a:lumMod val="60000"/>
                        <a:lumOff val="40000"/>
                      </a:schemeClr>
                    </a:solidFill>
                  </a:tcPr>
                </a:tc>
                <a:tc>
                  <a:txBody>
                    <a:bodyPr/>
                    <a:lstStyle/>
                    <a:p>
                      <a:pPr algn="l"/>
                      <a:r>
                        <a:rPr lang="en-US" dirty="0"/>
                        <a:t>Full title of the paper with year</a:t>
                      </a:r>
                    </a:p>
                  </a:txBody>
                  <a:tcPr>
                    <a:solidFill>
                      <a:schemeClr val="accent5">
                        <a:lumMod val="60000"/>
                        <a:lumOff val="40000"/>
                      </a:schemeClr>
                    </a:solidFill>
                  </a:tcPr>
                </a:tc>
                <a:tc>
                  <a:txBody>
                    <a:bodyPr/>
                    <a:lstStyle/>
                    <a:p>
                      <a:pPr algn="l"/>
                      <a:r>
                        <a:rPr lang="en-US" dirty="0"/>
                        <a:t>Inference from the paper ( based on methodology, technology ) </a:t>
                      </a:r>
                      <a:endParaRPr lang="en-US"/>
                    </a:p>
                  </a:txBody>
                  <a:tcPr>
                    <a:solidFill>
                      <a:schemeClr val="accent5">
                        <a:lumMod val="60000"/>
                        <a:lumOff val="40000"/>
                      </a:schemeClr>
                    </a:solidFill>
                  </a:tcPr>
                </a:tc>
                <a:tc>
                  <a:txBody>
                    <a:bodyPr/>
                    <a:lstStyle/>
                    <a:p>
                      <a:pPr algn="l"/>
                      <a:r>
                        <a:rPr lang="en-US" dirty="0"/>
                        <a:t>Open Problem </a:t>
                      </a:r>
                      <a:endParaRPr lang="en-US"/>
                    </a:p>
                    <a:p>
                      <a:pPr lvl="0" algn="l">
                        <a:buNone/>
                      </a:pPr>
                      <a:r>
                        <a:rPr lang="en-US" dirty="0"/>
                        <a:t>( for proposed work )</a:t>
                      </a:r>
                    </a:p>
                  </a:txBody>
                  <a:tcPr>
                    <a:solidFill>
                      <a:schemeClr val="accent5">
                        <a:lumMod val="60000"/>
                        <a:lumOff val="40000"/>
                      </a:schemeClr>
                    </a:solidFill>
                  </a:tcPr>
                </a:tc>
                <a:extLst>
                  <a:ext uri="{0D108BD9-81ED-4DB2-BD59-A6C34878D82A}">
                    <a16:rowId xmlns:a16="http://schemas.microsoft.com/office/drawing/2014/main" val="3764984970"/>
                  </a:ext>
                </a:extLst>
              </a:tr>
              <a:tr h="1469419">
                <a:tc>
                  <a:txBody>
                    <a:bodyPr/>
                    <a:lstStyle/>
                    <a:p>
                      <a:r>
                        <a:rPr lang="en-US" sz="1200" dirty="0">
                          <a:latin typeface="Calibri Light" panose="020F0302020204030204" pitchFamily="34" charset="0"/>
                          <a:cs typeface="Calibri Light" panose="020F0302020204030204" pitchFamily="34" charset="0"/>
                        </a:rPr>
                        <a:t>1.</a:t>
                      </a:r>
                    </a:p>
                  </a:txBody>
                  <a:tcPr/>
                </a:tc>
                <a:tc>
                  <a:txBody>
                    <a:bodyPr/>
                    <a:lstStyle/>
                    <a:p>
                      <a:pPr lvl="0" algn="l">
                        <a:buNone/>
                      </a:pPr>
                      <a:r>
                        <a:rPr lang="en-US" sz="1200" dirty="0" err="1">
                          <a:latin typeface="Calibri Light" panose="020F0302020204030204" pitchFamily="34" charset="0"/>
                          <a:cs typeface="Calibri Light" panose="020F0302020204030204" pitchFamily="34" charset="0"/>
                        </a:rPr>
                        <a:t>Abhar</a:t>
                      </a:r>
                      <a:r>
                        <a:rPr lang="en-US" sz="1200" dirty="0">
                          <a:latin typeface="Calibri Light" panose="020F0302020204030204" pitchFamily="34" charset="0"/>
                          <a:cs typeface="Calibri Light" panose="020F0302020204030204" pitchFamily="34" charset="0"/>
                        </a:rPr>
                        <a:t>, Iran, </a:t>
                      </a:r>
                      <a:r>
                        <a:rPr lang="en-US" sz="1200" dirty="0" err="1">
                          <a:latin typeface="Calibri Light" panose="020F0302020204030204" pitchFamily="34" charset="0"/>
                          <a:cs typeface="Calibri Light" panose="020F0302020204030204" pitchFamily="34" charset="0"/>
                        </a:rPr>
                        <a:t>Abhar</a:t>
                      </a:r>
                      <a:r>
                        <a:rPr lang="en-US" sz="1200" dirty="0">
                          <a:latin typeface="Calibri Light" panose="020F0302020204030204" pitchFamily="34" charset="0"/>
                          <a:cs typeface="Calibri Light" panose="020F0302020204030204" pitchFamily="34" charset="0"/>
                        </a:rPr>
                        <a:t> Branch, Islamic Azad University</a:t>
                      </a:r>
                    </a:p>
                  </a:txBody>
                  <a:tcPr/>
                </a:tc>
                <a:tc>
                  <a:txBody>
                    <a:bodyPr/>
                    <a:lstStyle/>
                    <a:p>
                      <a:pPr lvl="0" algn="l">
                        <a:lnSpc>
                          <a:spcPct val="100000"/>
                        </a:lnSpc>
                        <a:spcBef>
                          <a:spcPts val="0"/>
                        </a:spcBef>
                        <a:spcAft>
                          <a:spcPts val="0"/>
                        </a:spcAft>
                        <a:buNone/>
                      </a:pPr>
                      <a:r>
                        <a:rPr lang="en-US" sz="1200" i="0" dirty="0">
                          <a:latin typeface="Calibri Light" panose="020F0302020204030204" pitchFamily="34" charset="0"/>
                          <a:cs typeface="Calibri Light" panose="020F0302020204030204" pitchFamily="34" charset="0"/>
                        </a:rPr>
                        <a:t>Graphology for Farsi Handwriting Using Image Processing Techniques - 2015</a:t>
                      </a:r>
                    </a:p>
                  </a:txBody>
                  <a:tcPr/>
                </a:tc>
                <a:tc>
                  <a:txBody>
                    <a:bodyPr/>
                    <a:lstStyle/>
                    <a:p>
                      <a:pPr lvl="0" algn="l">
                        <a:lnSpc>
                          <a:spcPct val="100000"/>
                        </a:lnSpc>
                        <a:spcBef>
                          <a:spcPts val="0"/>
                        </a:spcBef>
                        <a:spcAft>
                          <a:spcPts val="0"/>
                        </a:spcAft>
                        <a:buNone/>
                      </a:pPr>
                      <a:r>
                        <a:rPr lang="en-US" sz="1200" b="0" i="0" u="none" strike="noStrike" noProof="0" dirty="0">
                          <a:latin typeface="Calibri Light" panose="020F0302020204030204" pitchFamily="34" charset="0"/>
                          <a:cs typeface="Calibri Light" panose="020F0302020204030204" pitchFamily="34" charset="0"/>
                        </a:rPr>
                        <a:t>Decisions about the personality can be taken based on the rules defined and features acquired by using SVM classifier called  Maximum Margin Classifiers</a:t>
                      </a:r>
                    </a:p>
                  </a:txBody>
                  <a:tcPr/>
                </a:tc>
                <a:tc>
                  <a:txBody>
                    <a:bodyPr/>
                    <a:lstStyle/>
                    <a:p>
                      <a:pPr algn="l"/>
                      <a:r>
                        <a:rPr lang="en-US" sz="1200" dirty="0">
                          <a:latin typeface="Calibri Light" panose="020F0302020204030204" pitchFamily="34" charset="0"/>
                          <a:cs typeface="Calibri Light" panose="020F0302020204030204" pitchFamily="34" charset="0"/>
                        </a:rPr>
                        <a:t>CNN , Deep Learning </a:t>
                      </a:r>
                    </a:p>
                  </a:txBody>
                  <a:tcPr/>
                </a:tc>
                <a:extLst>
                  <a:ext uri="{0D108BD9-81ED-4DB2-BD59-A6C34878D82A}">
                    <a16:rowId xmlns:a16="http://schemas.microsoft.com/office/drawing/2014/main" val="3601946671"/>
                  </a:ext>
                </a:extLst>
              </a:tr>
              <a:tr h="1469419">
                <a:tc>
                  <a:txBody>
                    <a:bodyPr/>
                    <a:lstStyle/>
                    <a:p>
                      <a:r>
                        <a:rPr lang="en-US" sz="1200" dirty="0">
                          <a:latin typeface="Calibri Light" panose="020F0302020204030204" pitchFamily="34" charset="0"/>
                          <a:cs typeface="Calibri Light" panose="020F0302020204030204" pitchFamily="34" charset="0"/>
                        </a:rPr>
                        <a:t>2.</a:t>
                      </a:r>
                    </a:p>
                  </a:txBody>
                  <a:tcPr/>
                </a:tc>
                <a:tc>
                  <a:txBody>
                    <a:bodyPr/>
                    <a:lstStyle/>
                    <a:p>
                      <a:pPr lvl="0" algn="l">
                        <a:lnSpc>
                          <a:spcPct val="100000"/>
                        </a:lnSpc>
                        <a:spcBef>
                          <a:spcPts val="0"/>
                        </a:spcBef>
                        <a:spcAft>
                          <a:spcPts val="0"/>
                        </a:spcAft>
                        <a:buNone/>
                      </a:pPr>
                      <a:r>
                        <a:rPr lang="en-US" sz="1200" dirty="0" err="1">
                          <a:latin typeface="Calibri Light" panose="020F0302020204030204" pitchFamily="34" charset="0"/>
                          <a:cs typeface="Calibri Light" panose="020F0302020204030204" pitchFamily="34" charset="0"/>
                        </a:rPr>
                        <a:t>Rushikesh</a:t>
                      </a:r>
                      <a:r>
                        <a:rPr lang="en-US" sz="1200" dirty="0">
                          <a:latin typeface="Calibri Light" panose="020F0302020204030204" pitchFamily="34" charset="0"/>
                          <a:cs typeface="Calibri Light" panose="020F0302020204030204" pitchFamily="34" charset="0"/>
                        </a:rPr>
                        <a:t> M </a:t>
                      </a:r>
                      <a:r>
                        <a:rPr lang="en-US" sz="1200" dirty="0" err="1">
                          <a:latin typeface="Calibri Light" panose="020F0302020204030204" pitchFamily="34" charset="0"/>
                          <a:cs typeface="Calibri Light" panose="020F0302020204030204" pitchFamily="34" charset="0"/>
                        </a:rPr>
                        <a:t>Sutar</a:t>
                      </a:r>
                      <a:r>
                        <a:rPr lang="en-US" sz="1200" dirty="0">
                          <a:latin typeface="Calibri Light" panose="020F0302020204030204" pitchFamily="34" charset="0"/>
                          <a:cs typeface="Calibri Light" panose="020F0302020204030204" pitchFamily="34" charset="0"/>
                        </a:rPr>
                        <a:t> , </a:t>
                      </a:r>
                      <a:r>
                        <a:rPr lang="en-US" sz="1200" dirty="0" err="1">
                          <a:latin typeface="Calibri Light" panose="020F0302020204030204" pitchFamily="34" charset="0"/>
                          <a:cs typeface="Calibri Light" panose="020F0302020204030204" pitchFamily="34" charset="0"/>
                        </a:rPr>
                        <a:t>Pravin</a:t>
                      </a:r>
                      <a:r>
                        <a:rPr lang="en-US" sz="1200" dirty="0">
                          <a:latin typeface="Calibri Light" panose="020F0302020204030204" pitchFamily="34" charset="0"/>
                          <a:cs typeface="Calibri Light" panose="020F0302020204030204" pitchFamily="34" charset="0"/>
                        </a:rPr>
                        <a:t> S </a:t>
                      </a:r>
                      <a:r>
                        <a:rPr lang="en-US" sz="1200" dirty="0" err="1">
                          <a:latin typeface="Calibri Light" panose="020F0302020204030204" pitchFamily="34" charset="0"/>
                          <a:cs typeface="Calibri Light" panose="020F0302020204030204" pitchFamily="34" charset="0"/>
                        </a:rPr>
                        <a:t>Revankar</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lvl="0" algn="l">
                        <a:buNone/>
                      </a:pPr>
                      <a:r>
                        <a:rPr lang="en-US" sz="1200" dirty="0">
                          <a:latin typeface="Calibri Light" panose="020F0302020204030204" pitchFamily="34" charset="0"/>
                          <a:cs typeface="Calibri Light" panose="020F0302020204030204" pitchFamily="34" charset="0"/>
                        </a:rPr>
                        <a:t>Analysis of Character Strengths from Handwriting Samples using Deep Learning-</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spc="0" baseline="0" dirty="0" err="1">
                          <a:solidFill>
                            <a:schemeClr val="tx1"/>
                          </a:solidFill>
                          <a:uFillTx/>
                          <a:latin typeface="Calibri Light" panose="020F0302020204030204" pitchFamily="34" charset="0"/>
                          <a:ea typeface="+mn-ea"/>
                          <a:cs typeface="Calibri Light" panose="020F0302020204030204" pitchFamily="34" charset="0"/>
                          <a:sym typeface="Arial"/>
                        </a:rPr>
                        <a:t>CNN,artificial</a:t>
                      </a:r>
                      <a:r>
                        <a:rPr lang="en-US" sz="1200" b="0" i="0" u="none" strike="noStrike" cap="none" spc="0" baseline="0" dirty="0">
                          <a:solidFill>
                            <a:schemeClr val="tx1"/>
                          </a:solidFill>
                          <a:uFillTx/>
                          <a:latin typeface="Calibri Light" panose="020F0302020204030204" pitchFamily="34" charset="0"/>
                          <a:ea typeface="+mn-ea"/>
                          <a:cs typeface="Calibri Light" panose="020F0302020204030204" pitchFamily="34" charset="0"/>
                          <a:sym typeface="Arial"/>
                        </a:rPr>
                        <a:t> neural model used to take inputs and learn weights of each hidden layer neuron through the use of </a:t>
                      </a:r>
                      <a:r>
                        <a:rPr lang="en-US" sz="1200" b="0" i="0" u="none" strike="noStrike" cap="none" spc="0" baseline="0" dirty="0" err="1">
                          <a:solidFill>
                            <a:schemeClr val="tx1"/>
                          </a:solidFill>
                          <a:uFillTx/>
                          <a:latin typeface="Calibri Light" panose="020F0302020204030204" pitchFamily="34" charset="0"/>
                          <a:ea typeface="+mn-ea"/>
                          <a:cs typeface="Calibri Light" panose="020F0302020204030204" pitchFamily="34" charset="0"/>
                          <a:sym typeface="Arial"/>
                        </a:rPr>
                        <a:t>backpropagation</a:t>
                      </a:r>
                      <a:r>
                        <a:rPr lang="en-US" sz="1200" b="0" i="0" u="none" strike="noStrike" cap="none" spc="0" baseline="0" dirty="0">
                          <a:solidFill>
                            <a:schemeClr val="tx1"/>
                          </a:solidFill>
                          <a:uFillTx/>
                          <a:latin typeface="Calibri Light" panose="020F0302020204030204" pitchFamily="34" charset="0"/>
                          <a:ea typeface="+mn-ea"/>
                          <a:cs typeface="Calibri Light" panose="020F0302020204030204" pitchFamily="34" charset="0"/>
                          <a:sym typeface="Arial"/>
                        </a:rPr>
                        <a:t> learning. </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algn="l"/>
                      <a:r>
                        <a:rPr lang="en-IN" sz="1200" b="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Morphological Segmentation </a:t>
                      </a:r>
                      <a:endParaRPr lang="en-US" sz="1200" b="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23962748"/>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BE8799-903A-DD6C-52E8-FF86A3244D14}"/>
              </a:ext>
            </a:extLst>
          </p:cNvPr>
          <p:cNvGraphicFramePr>
            <a:graphicFrameLocks noGrp="1"/>
          </p:cNvGraphicFramePr>
          <p:nvPr>
            <p:extLst>
              <p:ext uri="{D42A27DB-BD31-4B8C-83A1-F6EECF244321}">
                <p14:modId xmlns:p14="http://schemas.microsoft.com/office/powerpoint/2010/main" val="1087421844"/>
              </p:ext>
            </p:extLst>
          </p:nvPr>
        </p:nvGraphicFramePr>
        <p:xfrm>
          <a:off x="590338" y="1354721"/>
          <a:ext cx="7963323" cy="4602480"/>
        </p:xfrm>
        <a:graphic>
          <a:graphicData uri="http://schemas.openxmlformats.org/drawingml/2006/table">
            <a:tbl>
              <a:tblPr firstRow="1" bandRow="1">
                <a:tableStyleId>{5940675A-B579-460E-94D1-54222C63F5DA}</a:tableStyleId>
              </a:tblPr>
              <a:tblGrid>
                <a:gridCol w="684780">
                  <a:extLst>
                    <a:ext uri="{9D8B030D-6E8A-4147-A177-3AD203B41FA5}">
                      <a16:colId xmlns:a16="http://schemas.microsoft.com/office/drawing/2014/main" val="1778551674"/>
                    </a:ext>
                  </a:extLst>
                </a:gridCol>
                <a:gridCol w="1424786">
                  <a:extLst>
                    <a:ext uri="{9D8B030D-6E8A-4147-A177-3AD203B41FA5}">
                      <a16:colId xmlns:a16="http://schemas.microsoft.com/office/drawing/2014/main" val="2811606408"/>
                    </a:ext>
                  </a:extLst>
                </a:gridCol>
                <a:gridCol w="1899712">
                  <a:extLst>
                    <a:ext uri="{9D8B030D-6E8A-4147-A177-3AD203B41FA5}">
                      <a16:colId xmlns:a16="http://schemas.microsoft.com/office/drawing/2014/main" val="3267358358"/>
                    </a:ext>
                  </a:extLst>
                </a:gridCol>
                <a:gridCol w="2067514">
                  <a:extLst>
                    <a:ext uri="{9D8B030D-6E8A-4147-A177-3AD203B41FA5}">
                      <a16:colId xmlns:a16="http://schemas.microsoft.com/office/drawing/2014/main" val="784708805"/>
                    </a:ext>
                  </a:extLst>
                </a:gridCol>
                <a:gridCol w="1886531">
                  <a:extLst>
                    <a:ext uri="{9D8B030D-6E8A-4147-A177-3AD203B41FA5}">
                      <a16:colId xmlns:a16="http://schemas.microsoft.com/office/drawing/2014/main" val="2460061127"/>
                    </a:ext>
                  </a:extLst>
                </a:gridCol>
              </a:tblGrid>
              <a:tr h="937928">
                <a:tc>
                  <a:txBody>
                    <a:bodyPr/>
                    <a:lstStyle/>
                    <a:p>
                      <a:pPr algn="l"/>
                      <a:r>
                        <a:rPr lang="en-US" dirty="0"/>
                        <a:t>S.no</a:t>
                      </a:r>
                    </a:p>
                  </a:txBody>
                  <a:tcPr>
                    <a:solidFill>
                      <a:schemeClr val="accent5">
                        <a:lumMod val="60000"/>
                        <a:lumOff val="40000"/>
                      </a:schemeClr>
                    </a:solidFill>
                  </a:tcPr>
                </a:tc>
                <a:tc>
                  <a:txBody>
                    <a:bodyPr/>
                    <a:lstStyle/>
                    <a:p>
                      <a:pPr algn="l"/>
                      <a:r>
                        <a:rPr lang="en-US" dirty="0"/>
                        <a:t>Authors</a:t>
                      </a:r>
                    </a:p>
                    <a:p>
                      <a:pPr lvl="0" algn="l">
                        <a:buNone/>
                      </a:pPr>
                      <a:r>
                        <a:rPr lang="en-US" dirty="0"/>
                        <a:t>Name(s)</a:t>
                      </a:r>
                    </a:p>
                  </a:txBody>
                  <a:tcPr>
                    <a:solidFill>
                      <a:schemeClr val="accent5">
                        <a:lumMod val="60000"/>
                        <a:lumOff val="40000"/>
                      </a:schemeClr>
                    </a:solidFill>
                  </a:tcPr>
                </a:tc>
                <a:tc>
                  <a:txBody>
                    <a:bodyPr/>
                    <a:lstStyle/>
                    <a:p>
                      <a:pPr algn="l"/>
                      <a:r>
                        <a:rPr lang="en-US" dirty="0"/>
                        <a:t>Full title of the paper with year</a:t>
                      </a:r>
                    </a:p>
                  </a:txBody>
                  <a:tcPr>
                    <a:solidFill>
                      <a:schemeClr val="accent5">
                        <a:lumMod val="60000"/>
                        <a:lumOff val="40000"/>
                      </a:schemeClr>
                    </a:solidFill>
                  </a:tcPr>
                </a:tc>
                <a:tc>
                  <a:txBody>
                    <a:bodyPr/>
                    <a:lstStyle/>
                    <a:p>
                      <a:pPr algn="l"/>
                      <a:r>
                        <a:rPr lang="en-US" dirty="0"/>
                        <a:t>Inference from the paper ( based on methodology, technology ) </a:t>
                      </a:r>
                      <a:endParaRPr lang="en-US"/>
                    </a:p>
                  </a:txBody>
                  <a:tcPr>
                    <a:solidFill>
                      <a:schemeClr val="accent5">
                        <a:lumMod val="60000"/>
                        <a:lumOff val="40000"/>
                      </a:schemeClr>
                    </a:solidFill>
                  </a:tcPr>
                </a:tc>
                <a:tc>
                  <a:txBody>
                    <a:bodyPr/>
                    <a:lstStyle/>
                    <a:p>
                      <a:pPr algn="l"/>
                      <a:r>
                        <a:rPr lang="en-US" dirty="0"/>
                        <a:t>Open Problem </a:t>
                      </a:r>
                      <a:endParaRPr lang="en-US"/>
                    </a:p>
                    <a:p>
                      <a:pPr lvl="0" algn="l">
                        <a:buNone/>
                      </a:pPr>
                      <a:r>
                        <a:rPr lang="en-US" dirty="0"/>
                        <a:t>( for proposed work )</a:t>
                      </a:r>
                    </a:p>
                  </a:txBody>
                  <a:tcPr>
                    <a:solidFill>
                      <a:schemeClr val="accent5">
                        <a:lumMod val="60000"/>
                        <a:lumOff val="40000"/>
                      </a:schemeClr>
                    </a:solidFill>
                  </a:tcPr>
                </a:tc>
                <a:extLst>
                  <a:ext uri="{0D108BD9-81ED-4DB2-BD59-A6C34878D82A}">
                    <a16:rowId xmlns:a16="http://schemas.microsoft.com/office/drawing/2014/main" val="3764984970"/>
                  </a:ext>
                </a:extLst>
              </a:tr>
              <a:tr h="1571063">
                <a:tc>
                  <a:txBody>
                    <a:bodyPr/>
                    <a:lstStyle/>
                    <a:p>
                      <a:r>
                        <a:rPr lang="en-US" sz="1200" dirty="0">
                          <a:latin typeface="Calibri Light" panose="020F0302020204030204" pitchFamily="34" charset="0"/>
                          <a:cs typeface="Calibri Light" panose="020F0302020204030204" pitchFamily="34" charset="0"/>
                        </a:rPr>
                        <a:t>3.</a:t>
                      </a:r>
                    </a:p>
                  </a:txBody>
                  <a:tcPr/>
                </a:tc>
                <a:tc>
                  <a:txBody>
                    <a:bodyPr/>
                    <a:lstStyle/>
                    <a:p>
                      <a:pPr lvl="0" algn="l">
                        <a:buNone/>
                      </a:pPr>
                      <a:r>
                        <a:rPr lang="en-US" sz="1200" dirty="0" err="1">
                          <a:latin typeface="Calibri Light" panose="020F0302020204030204" pitchFamily="34" charset="0"/>
                          <a:cs typeface="Calibri Light" panose="020F0302020204030204" pitchFamily="34" charset="0"/>
                        </a:rPr>
                        <a:t>Lakshmi</a:t>
                      </a:r>
                      <a:r>
                        <a:rPr lang="en-US" sz="1200" dirty="0">
                          <a:latin typeface="Calibri Light" panose="020F0302020204030204" pitchFamily="34" charset="0"/>
                          <a:cs typeface="Calibri Light" panose="020F0302020204030204" pitchFamily="34" charset="0"/>
                        </a:rPr>
                        <a:t> </a:t>
                      </a:r>
                      <a:r>
                        <a:rPr lang="en-US" sz="1200" dirty="0" err="1">
                          <a:latin typeface="Calibri Light" panose="020F0302020204030204" pitchFamily="34" charset="0"/>
                          <a:cs typeface="Calibri Light" panose="020F0302020204030204" pitchFamily="34" charset="0"/>
                        </a:rPr>
                        <a:t>Durga</a:t>
                      </a:r>
                      <a:r>
                        <a:rPr lang="en-US" sz="1200" dirty="0">
                          <a:latin typeface="Calibri Light" panose="020F0302020204030204" pitchFamily="34" charset="0"/>
                          <a:cs typeface="Calibri Light" panose="020F0302020204030204" pitchFamily="34" charset="0"/>
                        </a:rPr>
                        <a:t>,</a:t>
                      </a:r>
                    </a:p>
                    <a:p>
                      <a:pPr lvl="0" algn="l">
                        <a:buNone/>
                      </a:pPr>
                      <a:r>
                        <a:rPr lang="en-US" sz="1200" dirty="0" err="1">
                          <a:latin typeface="Calibri Light" panose="020F0302020204030204" pitchFamily="34" charset="0"/>
                          <a:cs typeface="Calibri Light" panose="020F0302020204030204" pitchFamily="34" charset="0"/>
                        </a:rPr>
                        <a:t>Deepu</a:t>
                      </a:r>
                      <a:r>
                        <a:rPr lang="en-US" sz="1200" dirty="0">
                          <a:latin typeface="Calibri Light" panose="020F0302020204030204" pitchFamily="34" charset="0"/>
                          <a:cs typeface="Calibri Light" panose="020F0302020204030204" pitchFamily="34" charset="0"/>
                        </a:rPr>
                        <a:t> R </a:t>
                      </a:r>
                    </a:p>
                  </a:txBody>
                  <a:tcPr/>
                </a:tc>
                <a:tc>
                  <a:txBody>
                    <a:bodyPr/>
                    <a:lstStyle/>
                    <a:p>
                      <a:pPr lvl="0" algn="l">
                        <a:lnSpc>
                          <a:spcPct val="100000"/>
                        </a:lnSpc>
                        <a:spcBef>
                          <a:spcPts val="0"/>
                        </a:spcBef>
                        <a:spcAft>
                          <a:spcPts val="0"/>
                        </a:spcAft>
                        <a:buNone/>
                      </a:pPr>
                      <a:r>
                        <a:rPr lang="en-US" sz="1200" dirty="0">
                          <a:latin typeface="Calibri Light" panose="020F0302020204030204" pitchFamily="34" charset="0"/>
                          <a:cs typeface="Calibri Light" panose="020F0302020204030204" pitchFamily="34" charset="0"/>
                        </a:rPr>
                        <a:t>Handwriting Analysis Through Graphology: A Review-2015</a:t>
                      </a:r>
                      <a:endParaRPr lang="en-US" sz="1200" i="0" dirty="0">
                        <a:latin typeface="Calibri Light" panose="020F0302020204030204" pitchFamily="34" charset="0"/>
                        <a:cs typeface="Calibri Light" panose="020F03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spc="0" baseline="0" dirty="0">
                          <a:solidFill>
                            <a:schemeClr val="tx1"/>
                          </a:solidFill>
                          <a:uFillTx/>
                          <a:latin typeface="Calibri Light" panose="020F0302020204030204" pitchFamily="34" charset="0"/>
                          <a:ea typeface="+mn-ea"/>
                          <a:cs typeface="Calibri Light" panose="020F0302020204030204" pitchFamily="34" charset="0"/>
                          <a:sym typeface="Arial"/>
                        </a:rPr>
                        <a:t>different analysis methods used are Rule-Based system, Back propagation neural network, ANN, Simple Linear Regression method, Support Vector Machine, Multi-Structure algorithm and Artificial Neural networks.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cap="none" spc="0" baseline="0" dirty="0">
                        <a:solidFill>
                          <a:schemeClr val="tx1"/>
                        </a:solidFill>
                        <a:uFillTx/>
                        <a:latin typeface="Calibri Light" panose="020F0302020204030204" pitchFamily="34" charset="0"/>
                        <a:ea typeface="+mn-ea"/>
                        <a:cs typeface="Calibri Light" panose="020F0302020204030204" pitchFamily="34" charset="0"/>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Morphological Segmentation </a:t>
                      </a:r>
                      <a:endParaRPr lang="en-US" sz="1200" b="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1946671"/>
                  </a:ext>
                </a:extLst>
              </a:tr>
              <a:tr h="1469419">
                <a:tc>
                  <a:txBody>
                    <a:bodyPr/>
                    <a:lstStyle/>
                    <a:p>
                      <a:r>
                        <a:rPr lang="en-US" sz="1200" dirty="0">
                          <a:latin typeface="Calibri Light" panose="020F0302020204030204" pitchFamily="34" charset="0"/>
                          <a:cs typeface="Calibri Light" panose="020F0302020204030204" pitchFamily="34" charset="0"/>
                        </a:rPr>
                        <a:t>4.</a:t>
                      </a:r>
                    </a:p>
                  </a:txBody>
                  <a:tcPr/>
                </a:tc>
                <a:tc>
                  <a:txBody>
                    <a:bodyPr/>
                    <a:lstStyle/>
                    <a:p>
                      <a:pPr lvl="0" algn="l">
                        <a:lnSpc>
                          <a:spcPct val="100000"/>
                        </a:lnSpc>
                        <a:spcBef>
                          <a:spcPts val="0"/>
                        </a:spcBef>
                        <a:spcAft>
                          <a:spcPts val="0"/>
                        </a:spcAft>
                        <a:buNone/>
                      </a:pPr>
                      <a:r>
                        <a:rPr lang="en-US" sz="1200" b="0" i="0" u="none" strike="noStrike" noProof="0" dirty="0">
                          <a:latin typeface="Calibri Light" panose="020F0302020204030204" pitchFamily="34" charset="0"/>
                          <a:cs typeface="Calibri Light" panose="020F0302020204030204" pitchFamily="34" charset="0"/>
                        </a:rPr>
                        <a:t>Rony Cohen, Batia Cohen-</a:t>
                      </a:r>
                      <a:r>
                        <a:rPr lang="en-US" sz="1200" b="0" i="0" u="none" strike="noStrike" noProof="0" dirty="0" err="1">
                          <a:latin typeface="Calibri Light" panose="020F0302020204030204" pitchFamily="34" charset="0"/>
                          <a:cs typeface="Calibri Light" panose="020F0302020204030204" pitchFamily="34" charset="0"/>
                        </a:rPr>
                        <a:t>Kroitoru</a:t>
                      </a:r>
                      <a:r>
                        <a:rPr lang="en-US" sz="1200" b="0" i="0" u="none" strike="noStrike" noProof="0" dirty="0">
                          <a:latin typeface="Calibri Light" panose="020F0302020204030204" pitchFamily="34" charset="0"/>
                          <a:cs typeface="Calibri Light" panose="020F0302020204030204" pitchFamily="34" charset="0"/>
                        </a:rPr>
                        <a:t>, Ayelet Halevy, Sharon </a:t>
                      </a:r>
                      <a:r>
                        <a:rPr lang="en-US" sz="1200" b="0" i="0" u="none" strike="noStrike" noProof="0" dirty="0" err="1">
                          <a:latin typeface="Calibri Light" panose="020F0302020204030204" pitchFamily="34" charset="0"/>
                          <a:cs typeface="Calibri Light" panose="020F0302020204030204" pitchFamily="34" charset="0"/>
                        </a:rPr>
                        <a:t>Aharoni</a:t>
                      </a:r>
                      <a:r>
                        <a:rPr lang="en-US" sz="1200" b="0" i="0" u="none" strike="noStrike" noProof="0" dirty="0">
                          <a:latin typeface="Calibri Light" panose="020F0302020204030204" pitchFamily="34" charset="0"/>
                          <a:cs typeface="Calibri Light" panose="020F0302020204030204" pitchFamily="34" charset="0"/>
                        </a:rPr>
                        <a:t>, Irena Aizenberg &amp; </a:t>
                      </a:r>
                      <a:r>
                        <a:rPr lang="en-US" sz="1200" b="0" i="0" u="none" strike="noStrike" noProof="0" dirty="0" err="1">
                          <a:latin typeface="Calibri Light" panose="020F0302020204030204" pitchFamily="34" charset="0"/>
                          <a:cs typeface="Calibri Light" panose="020F0302020204030204" pitchFamily="34" charset="0"/>
                        </a:rPr>
                        <a:t>Avinoam</a:t>
                      </a:r>
                      <a:r>
                        <a:rPr lang="en-US" sz="1200" b="0" i="0" u="none" strike="noStrike" noProof="0" dirty="0">
                          <a:latin typeface="Calibri Light" panose="020F0302020204030204" pitchFamily="34" charset="0"/>
                          <a:cs typeface="Calibri Light" panose="020F0302020204030204" pitchFamily="34" charset="0"/>
                        </a:rPr>
                        <a:t> </a:t>
                      </a:r>
                      <a:r>
                        <a:rPr lang="en-US" sz="1200" b="0" i="0" u="none" strike="noStrike" noProof="0" dirty="0" err="1">
                          <a:latin typeface="Calibri Light" panose="020F0302020204030204" pitchFamily="34" charset="0"/>
                          <a:cs typeface="Calibri Light" panose="020F0302020204030204" pitchFamily="34" charset="0"/>
                        </a:rPr>
                        <a:t>Shuper</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lvl="0" algn="l">
                        <a:buNone/>
                      </a:pPr>
                      <a:r>
                        <a:rPr lang="en-US" sz="1200" b="0" i="0" u="none" strike="noStrike" noProof="0" dirty="0">
                          <a:latin typeface="Calibri Light" panose="020F0302020204030204" pitchFamily="34" charset="0"/>
                          <a:cs typeface="Calibri Light" panose="020F0302020204030204" pitchFamily="34" charset="0"/>
                        </a:rPr>
                        <a:t>Handwriting in children with Attention Deficient Hyperactive Disorder: role of graphology</a:t>
                      </a:r>
                    </a:p>
                  </a:txBody>
                  <a:tcPr/>
                </a:tc>
                <a:tc>
                  <a:txBody>
                    <a:bodyPr/>
                    <a:lstStyle/>
                    <a:p>
                      <a:pPr algn="l"/>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In each sample, 1 point was accorded for every abnormal characteristic identified, yielding a graphology score ranging from 0 to 15. Patients with a score of 9 or more were considered to have ADHD.</a:t>
                      </a:r>
                    </a:p>
                    <a:p>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 </a:t>
                      </a:r>
                    </a:p>
                    <a:p>
                      <a:pPr lvl="0" algn="l">
                        <a:buNone/>
                      </a:pP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algn="l"/>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It is likely that handwriting problems in ADHD have less to do with the writing itself and more to do with factors related to motor control. </a:t>
                      </a:r>
                      <a:endParaRPr lang="en-US" sz="120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23962748"/>
                  </a:ext>
                </a:extLst>
              </a:tr>
            </a:tbl>
          </a:graphicData>
        </a:graphic>
      </p:graphicFrame>
    </p:spTree>
    <p:extLst>
      <p:ext uri="{BB962C8B-B14F-4D97-AF65-F5344CB8AC3E}">
        <p14:creationId xmlns:p14="http://schemas.microsoft.com/office/powerpoint/2010/main" val="30713045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BE8799-903A-DD6C-52E8-FF86A3244D14}"/>
              </a:ext>
            </a:extLst>
          </p:cNvPr>
          <p:cNvGraphicFramePr>
            <a:graphicFrameLocks noGrp="1"/>
          </p:cNvGraphicFramePr>
          <p:nvPr>
            <p:extLst>
              <p:ext uri="{D42A27DB-BD31-4B8C-83A1-F6EECF244321}">
                <p14:modId xmlns:p14="http://schemas.microsoft.com/office/powerpoint/2010/main" val="1324842544"/>
              </p:ext>
            </p:extLst>
          </p:nvPr>
        </p:nvGraphicFramePr>
        <p:xfrm>
          <a:off x="749552" y="1399110"/>
          <a:ext cx="7746378" cy="4675880"/>
        </p:xfrm>
        <a:graphic>
          <a:graphicData uri="http://schemas.openxmlformats.org/drawingml/2006/table">
            <a:tbl>
              <a:tblPr firstRow="1" bandRow="1">
                <a:tableStyleId>{5940675A-B579-460E-94D1-54222C63F5DA}</a:tableStyleId>
              </a:tblPr>
              <a:tblGrid>
                <a:gridCol w="645171">
                  <a:extLst>
                    <a:ext uri="{9D8B030D-6E8A-4147-A177-3AD203B41FA5}">
                      <a16:colId xmlns:a16="http://schemas.microsoft.com/office/drawing/2014/main" val="1778551674"/>
                    </a:ext>
                  </a:extLst>
                </a:gridCol>
                <a:gridCol w="1342375">
                  <a:extLst>
                    <a:ext uri="{9D8B030D-6E8A-4147-A177-3AD203B41FA5}">
                      <a16:colId xmlns:a16="http://schemas.microsoft.com/office/drawing/2014/main" val="2811606408"/>
                    </a:ext>
                  </a:extLst>
                </a:gridCol>
                <a:gridCol w="1789831">
                  <a:extLst>
                    <a:ext uri="{9D8B030D-6E8A-4147-A177-3AD203B41FA5}">
                      <a16:colId xmlns:a16="http://schemas.microsoft.com/office/drawing/2014/main" val="3267358358"/>
                    </a:ext>
                  </a:extLst>
                </a:gridCol>
                <a:gridCol w="1945923">
                  <a:extLst>
                    <a:ext uri="{9D8B030D-6E8A-4147-A177-3AD203B41FA5}">
                      <a16:colId xmlns:a16="http://schemas.microsoft.com/office/drawing/2014/main" val="784708805"/>
                    </a:ext>
                  </a:extLst>
                </a:gridCol>
                <a:gridCol w="2023078">
                  <a:extLst>
                    <a:ext uri="{9D8B030D-6E8A-4147-A177-3AD203B41FA5}">
                      <a16:colId xmlns:a16="http://schemas.microsoft.com/office/drawing/2014/main" val="2460061127"/>
                    </a:ext>
                  </a:extLst>
                </a:gridCol>
              </a:tblGrid>
              <a:tr h="865459">
                <a:tc>
                  <a:txBody>
                    <a:bodyPr/>
                    <a:lstStyle/>
                    <a:p>
                      <a:pPr algn="l"/>
                      <a:r>
                        <a:rPr lang="en-US" dirty="0"/>
                        <a:t>S.no</a:t>
                      </a:r>
                    </a:p>
                  </a:txBody>
                  <a:tcPr>
                    <a:solidFill>
                      <a:schemeClr val="accent5">
                        <a:lumMod val="60000"/>
                        <a:lumOff val="40000"/>
                      </a:schemeClr>
                    </a:solidFill>
                  </a:tcPr>
                </a:tc>
                <a:tc>
                  <a:txBody>
                    <a:bodyPr/>
                    <a:lstStyle/>
                    <a:p>
                      <a:pPr algn="l"/>
                      <a:r>
                        <a:rPr lang="en-US" dirty="0"/>
                        <a:t>Authors</a:t>
                      </a:r>
                    </a:p>
                    <a:p>
                      <a:pPr lvl="0" algn="l">
                        <a:buNone/>
                      </a:pPr>
                      <a:r>
                        <a:rPr lang="en-US" dirty="0"/>
                        <a:t>Name(s)</a:t>
                      </a:r>
                    </a:p>
                  </a:txBody>
                  <a:tcPr>
                    <a:solidFill>
                      <a:schemeClr val="accent5">
                        <a:lumMod val="60000"/>
                        <a:lumOff val="40000"/>
                      </a:schemeClr>
                    </a:solidFill>
                  </a:tcPr>
                </a:tc>
                <a:tc>
                  <a:txBody>
                    <a:bodyPr/>
                    <a:lstStyle/>
                    <a:p>
                      <a:pPr algn="l"/>
                      <a:r>
                        <a:rPr lang="en-US" dirty="0"/>
                        <a:t>Full title of the paper with year</a:t>
                      </a:r>
                    </a:p>
                  </a:txBody>
                  <a:tcPr>
                    <a:solidFill>
                      <a:schemeClr val="accent5">
                        <a:lumMod val="60000"/>
                        <a:lumOff val="40000"/>
                      </a:schemeClr>
                    </a:solidFill>
                  </a:tcPr>
                </a:tc>
                <a:tc>
                  <a:txBody>
                    <a:bodyPr/>
                    <a:lstStyle/>
                    <a:p>
                      <a:pPr algn="l"/>
                      <a:r>
                        <a:rPr lang="en-US" dirty="0"/>
                        <a:t>Inference from the paper ( based on methodology, technology ) </a:t>
                      </a:r>
                      <a:endParaRPr lang="en-US"/>
                    </a:p>
                  </a:txBody>
                  <a:tcPr>
                    <a:solidFill>
                      <a:schemeClr val="accent5">
                        <a:lumMod val="60000"/>
                        <a:lumOff val="40000"/>
                      </a:schemeClr>
                    </a:solidFill>
                  </a:tcPr>
                </a:tc>
                <a:tc>
                  <a:txBody>
                    <a:bodyPr/>
                    <a:lstStyle/>
                    <a:p>
                      <a:pPr algn="l"/>
                      <a:r>
                        <a:rPr lang="en-US" dirty="0"/>
                        <a:t>Open Problem </a:t>
                      </a:r>
                      <a:endParaRPr lang="en-US"/>
                    </a:p>
                    <a:p>
                      <a:pPr lvl="0" algn="l">
                        <a:buNone/>
                      </a:pPr>
                      <a:r>
                        <a:rPr lang="en-US" dirty="0"/>
                        <a:t>( for proposed work )</a:t>
                      </a:r>
                    </a:p>
                  </a:txBody>
                  <a:tcPr>
                    <a:solidFill>
                      <a:schemeClr val="accent5">
                        <a:lumMod val="60000"/>
                        <a:lumOff val="40000"/>
                      </a:schemeClr>
                    </a:solidFill>
                  </a:tcPr>
                </a:tc>
                <a:extLst>
                  <a:ext uri="{0D108BD9-81ED-4DB2-BD59-A6C34878D82A}">
                    <a16:rowId xmlns:a16="http://schemas.microsoft.com/office/drawing/2014/main" val="3764984970"/>
                  </a:ext>
                </a:extLst>
              </a:tr>
              <a:tr h="1810760">
                <a:tc>
                  <a:txBody>
                    <a:bodyPr/>
                    <a:lstStyle/>
                    <a:p>
                      <a:r>
                        <a:rPr lang="en-US" sz="1200" dirty="0">
                          <a:latin typeface="Calibri Light" panose="020F0302020204030204" pitchFamily="34" charset="0"/>
                          <a:cs typeface="Calibri Light" panose="020F0302020204030204" pitchFamily="34" charset="0"/>
                        </a:rPr>
                        <a:t>5.</a:t>
                      </a:r>
                    </a:p>
                  </a:txBody>
                  <a:tcPr/>
                </a:tc>
                <a:tc>
                  <a:txBody>
                    <a:bodyPr/>
                    <a:lstStyle/>
                    <a:p>
                      <a:pPr lvl="0" algn="l">
                        <a:buNone/>
                      </a:pPr>
                      <a:r>
                        <a:rPr lang="en-US" sz="1200" dirty="0">
                          <a:latin typeface="Calibri Light" panose="020F0302020204030204" pitchFamily="34" charset="0"/>
                          <a:cs typeface="Calibri Light" panose="020F0302020204030204" pitchFamily="34" charset="0"/>
                        </a:rPr>
                        <a:t>Anamika </a:t>
                      </a:r>
                      <a:r>
                        <a:rPr lang="en-US" sz="1200" dirty="0" err="1">
                          <a:latin typeface="Calibri Light" panose="020F0302020204030204" pitchFamily="34" charset="0"/>
                          <a:cs typeface="Calibri Light" panose="020F0302020204030204" pitchFamily="34" charset="0"/>
                        </a:rPr>
                        <a:t>Sen,Harsh</a:t>
                      </a:r>
                      <a:r>
                        <a:rPr lang="en-US" sz="1200" dirty="0">
                          <a:latin typeface="Calibri Light" panose="020F0302020204030204" pitchFamily="34" charset="0"/>
                          <a:cs typeface="Calibri Light" panose="020F0302020204030204" pitchFamily="34" charset="0"/>
                        </a:rPr>
                        <a:t> Shah</a:t>
                      </a:r>
                    </a:p>
                  </a:txBody>
                  <a:tcPr/>
                </a:tc>
                <a:tc>
                  <a:txBody>
                    <a:bodyPr/>
                    <a:lstStyle/>
                    <a:p>
                      <a:pPr lvl="0" algn="l">
                        <a:lnSpc>
                          <a:spcPct val="100000"/>
                        </a:lnSpc>
                        <a:spcBef>
                          <a:spcPts val="0"/>
                        </a:spcBef>
                        <a:spcAft>
                          <a:spcPts val="0"/>
                        </a:spcAft>
                        <a:buNone/>
                      </a:pPr>
                      <a:r>
                        <a:rPr lang="en-US" sz="1200" i="0" dirty="0">
                          <a:latin typeface="Calibri Light" panose="020F0302020204030204" pitchFamily="34" charset="0"/>
                          <a:cs typeface="Calibri Light" panose="020F0302020204030204" pitchFamily="34" charset="0"/>
                        </a:rPr>
                        <a:t>topic </a:t>
                      </a:r>
                      <a:r>
                        <a:rPr lang="en-US" sz="1200" i="0" dirty="0" err="1">
                          <a:latin typeface="Calibri Light" panose="020F0302020204030204" pitchFamily="34" charset="0"/>
                          <a:cs typeface="Calibri Light" panose="020F0302020204030204" pitchFamily="34" charset="0"/>
                        </a:rPr>
                        <a:t>name:Automated</a:t>
                      </a:r>
                      <a:r>
                        <a:rPr lang="en-US" sz="1200" i="0" dirty="0">
                          <a:latin typeface="Calibri Light" panose="020F0302020204030204" pitchFamily="34" charset="0"/>
                          <a:cs typeface="Calibri Light" panose="020F0302020204030204" pitchFamily="34" charset="0"/>
                        </a:rPr>
                        <a:t> handwriting analysis system using principles of graphology and image processing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This paper implements an automated Handwriting Analysis System which extracts 6 different handwriting features using Image Processing. Based on these features, the corresponding personality trait is displayed. </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A further scope in this work can be done by using Artificial Neural Networks or Machine Learning Approach or Fuzzy Logic.</a:t>
                      </a:r>
                    </a:p>
                    <a:p>
                      <a:pPr algn="l"/>
                      <a:endParaRPr lang="en-US" sz="1200" dirty="0">
                        <a:latin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1946671"/>
                  </a:ext>
                </a:extLst>
              </a:tr>
              <a:tr h="1758837">
                <a:tc>
                  <a:txBody>
                    <a:bodyPr/>
                    <a:lstStyle/>
                    <a:p>
                      <a:r>
                        <a:rPr lang="en-US" sz="1200" dirty="0">
                          <a:latin typeface="Calibri Light" panose="020F0302020204030204" pitchFamily="34" charset="0"/>
                          <a:cs typeface="Calibri Light" panose="020F0302020204030204" pitchFamily="34" charset="0"/>
                        </a:rPr>
                        <a:t>6.</a:t>
                      </a:r>
                    </a:p>
                  </a:txBody>
                  <a:tcPr/>
                </a:tc>
                <a:tc>
                  <a:txBody>
                    <a:bodyPr/>
                    <a:lstStyle/>
                    <a:p>
                      <a:pPr lvl="0" algn="l">
                        <a:lnSpc>
                          <a:spcPct val="100000"/>
                        </a:lnSpc>
                        <a:spcBef>
                          <a:spcPts val="0"/>
                        </a:spcBef>
                        <a:spcAft>
                          <a:spcPts val="0"/>
                        </a:spcAft>
                        <a:buNone/>
                      </a:pPr>
                      <a:r>
                        <a:rPr lang="en-IN" sz="1200" dirty="0" err="1">
                          <a:latin typeface="Calibri Light" panose="020F0302020204030204" pitchFamily="34" charset="0"/>
                          <a:cs typeface="Calibri Light" panose="020F0302020204030204" pitchFamily="34" charset="0"/>
                        </a:rPr>
                        <a:t>Najla</a:t>
                      </a:r>
                      <a:r>
                        <a:rPr lang="en-IN" sz="1200" dirty="0">
                          <a:latin typeface="Calibri Light" panose="020F0302020204030204" pitchFamily="34" charset="0"/>
                          <a:cs typeface="Calibri Light" panose="020F0302020204030204" pitchFamily="34" charset="0"/>
                        </a:rPr>
                        <a:t> AL-</a:t>
                      </a:r>
                      <a:r>
                        <a:rPr lang="en-IN" sz="1200" dirty="0" err="1">
                          <a:latin typeface="Calibri Light" panose="020F0302020204030204" pitchFamily="34" charset="0"/>
                          <a:cs typeface="Calibri Light" panose="020F0302020204030204" pitchFamily="34" charset="0"/>
                        </a:rPr>
                        <a:t>Qawasmeh</a:t>
                      </a:r>
                      <a:r>
                        <a:rPr lang="en-IN" sz="1200" dirty="0">
                          <a:latin typeface="Calibri Light" panose="020F0302020204030204" pitchFamily="34" charset="0"/>
                          <a:cs typeface="Calibri Light" panose="020F0302020204030204" pitchFamily="34" charset="0"/>
                        </a:rPr>
                        <a:t> , </a:t>
                      </a:r>
                      <a:r>
                        <a:rPr lang="en-IN" sz="1200" dirty="0" err="1">
                          <a:latin typeface="Calibri Light" panose="020F0302020204030204" pitchFamily="34" charset="0"/>
                          <a:cs typeface="Calibri Light" panose="020F0302020204030204" pitchFamily="34" charset="0"/>
                        </a:rPr>
                        <a:t>Muna</a:t>
                      </a:r>
                      <a:r>
                        <a:rPr lang="en-IN" sz="1200" dirty="0">
                          <a:latin typeface="Calibri Light" panose="020F0302020204030204" pitchFamily="34" charset="0"/>
                          <a:cs typeface="Calibri Light" panose="020F0302020204030204" pitchFamily="34" charset="0"/>
                        </a:rPr>
                        <a:t> </a:t>
                      </a:r>
                      <a:r>
                        <a:rPr lang="en-IN" sz="1200" dirty="0" err="1">
                          <a:latin typeface="Calibri Light" panose="020F0302020204030204" pitchFamily="34" charset="0"/>
                          <a:cs typeface="Calibri Light" panose="020F0302020204030204" pitchFamily="34" charset="0"/>
                        </a:rPr>
                        <a:t>Khayyat</a:t>
                      </a:r>
                      <a:r>
                        <a:rPr lang="en-IN" sz="1200" dirty="0">
                          <a:latin typeface="Calibri Light" panose="020F0302020204030204" pitchFamily="34" charset="0"/>
                          <a:cs typeface="Calibri Light" panose="020F0302020204030204" pitchFamily="34" charset="0"/>
                        </a:rPr>
                        <a:t>, Ching Y. Suen</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Light" panose="020F0302020204030204" pitchFamily="34" charset="0"/>
                          <a:cs typeface="Calibri Light" panose="020F0302020204030204" pitchFamily="34" charset="0"/>
                        </a:rPr>
                        <a:t>Novel features to detect gender from handwritten documents</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lvl="0" algn="l">
                        <a:buNone/>
                      </a:pPr>
                      <a:r>
                        <a:rPr lang="en-US" sz="1200" dirty="0">
                          <a:latin typeface="Calibri Light" panose="020F0302020204030204" pitchFamily="34" charset="0"/>
                          <a:cs typeface="Calibri Light" panose="020F0302020204030204" pitchFamily="34" charset="0"/>
                        </a:rPr>
                        <a:t>In this paper, a set of gender-related features suggested by a graphologist, to detect the gender of the writers, have been proposed which used Both SVM and ANN classifiers have been used to train, validate and test the proposed approach on two different data sets.</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algn="l"/>
                      <a:r>
                        <a:rPr lang="en-US" sz="1200" dirty="0">
                          <a:latin typeface="Calibri Light" panose="020F0302020204030204" pitchFamily="34" charset="0"/>
                          <a:cs typeface="Calibri Light" panose="020F0302020204030204" pitchFamily="34" charset="0"/>
                        </a:rPr>
                        <a:t>In this paper it is not identifying the personality traits of the writer, which we are doing.</a:t>
                      </a:r>
                    </a:p>
                  </a:txBody>
                  <a:tcPr/>
                </a:tc>
                <a:extLst>
                  <a:ext uri="{0D108BD9-81ED-4DB2-BD59-A6C34878D82A}">
                    <a16:rowId xmlns:a16="http://schemas.microsoft.com/office/drawing/2014/main" val="3623962748"/>
                  </a:ext>
                </a:extLst>
              </a:tr>
            </a:tbl>
          </a:graphicData>
        </a:graphic>
      </p:graphicFrame>
    </p:spTree>
    <p:extLst>
      <p:ext uri="{BB962C8B-B14F-4D97-AF65-F5344CB8AC3E}">
        <p14:creationId xmlns:p14="http://schemas.microsoft.com/office/powerpoint/2010/main" val="218603411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BE8799-903A-DD6C-52E8-FF86A3244D14}"/>
              </a:ext>
            </a:extLst>
          </p:cNvPr>
          <p:cNvGraphicFramePr>
            <a:graphicFrameLocks noGrp="1"/>
          </p:cNvGraphicFramePr>
          <p:nvPr>
            <p:extLst>
              <p:ext uri="{D42A27DB-BD31-4B8C-83A1-F6EECF244321}">
                <p14:modId xmlns:p14="http://schemas.microsoft.com/office/powerpoint/2010/main" val="2703306693"/>
              </p:ext>
            </p:extLst>
          </p:nvPr>
        </p:nvGraphicFramePr>
        <p:xfrm>
          <a:off x="655725" y="1576663"/>
          <a:ext cx="7963323" cy="4419600"/>
        </p:xfrm>
        <a:graphic>
          <a:graphicData uri="http://schemas.openxmlformats.org/drawingml/2006/table">
            <a:tbl>
              <a:tblPr firstRow="1" bandRow="1">
                <a:tableStyleId>{5940675A-B579-460E-94D1-54222C63F5DA}</a:tableStyleId>
              </a:tblPr>
              <a:tblGrid>
                <a:gridCol w="684780">
                  <a:extLst>
                    <a:ext uri="{9D8B030D-6E8A-4147-A177-3AD203B41FA5}">
                      <a16:colId xmlns:a16="http://schemas.microsoft.com/office/drawing/2014/main" val="1778551674"/>
                    </a:ext>
                  </a:extLst>
                </a:gridCol>
                <a:gridCol w="1424786">
                  <a:extLst>
                    <a:ext uri="{9D8B030D-6E8A-4147-A177-3AD203B41FA5}">
                      <a16:colId xmlns:a16="http://schemas.microsoft.com/office/drawing/2014/main" val="2811606408"/>
                    </a:ext>
                  </a:extLst>
                </a:gridCol>
                <a:gridCol w="1899712">
                  <a:extLst>
                    <a:ext uri="{9D8B030D-6E8A-4147-A177-3AD203B41FA5}">
                      <a16:colId xmlns:a16="http://schemas.microsoft.com/office/drawing/2014/main" val="3267358358"/>
                    </a:ext>
                  </a:extLst>
                </a:gridCol>
                <a:gridCol w="2065387">
                  <a:extLst>
                    <a:ext uri="{9D8B030D-6E8A-4147-A177-3AD203B41FA5}">
                      <a16:colId xmlns:a16="http://schemas.microsoft.com/office/drawing/2014/main" val="784708805"/>
                    </a:ext>
                  </a:extLst>
                </a:gridCol>
                <a:gridCol w="1888658">
                  <a:extLst>
                    <a:ext uri="{9D8B030D-6E8A-4147-A177-3AD203B41FA5}">
                      <a16:colId xmlns:a16="http://schemas.microsoft.com/office/drawing/2014/main" val="2460061127"/>
                    </a:ext>
                  </a:extLst>
                </a:gridCol>
              </a:tblGrid>
              <a:tr h="937928">
                <a:tc>
                  <a:txBody>
                    <a:bodyPr/>
                    <a:lstStyle/>
                    <a:p>
                      <a:pPr algn="l"/>
                      <a:r>
                        <a:rPr lang="en-US" dirty="0"/>
                        <a:t>S.no</a:t>
                      </a:r>
                    </a:p>
                  </a:txBody>
                  <a:tcPr>
                    <a:solidFill>
                      <a:schemeClr val="accent5">
                        <a:lumMod val="60000"/>
                        <a:lumOff val="40000"/>
                      </a:schemeClr>
                    </a:solidFill>
                  </a:tcPr>
                </a:tc>
                <a:tc>
                  <a:txBody>
                    <a:bodyPr/>
                    <a:lstStyle/>
                    <a:p>
                      <a:pPr algn="l"/>
                      <a:r>
                        <a:rPr lang="en-US" dirty="0"/>
                        <a:t>Authors</a:t>
                      </a:r>
                    </a:p>
                    <a:p>
                      <a:pPr lvl="0" algn="l">
                        <a:buNone/>
                      </a:pPr>
                      <a:r>
                        <a:rPr lang="en-US" dirty="0"/>
                        <a:t>Name(s)</a:t>
                      </a:r>
                    </a:p>
                  </a:txBody>
                  <a:tcPr>
                    <a:solidFill>
                      <a:schemeClr val="accent5">
                        <a:lumMod val="60000"/>
                        <a:lumOff val="40000"/>
                      </a:schemeClr>
                    </a:solidFill>
                  </a:tcPr>
                </a:tc>
                <a:tc>
                  <a:txBody>
                    <a:bodyPr/>
                    <a:lstStyle/>
                    <a:p>
                      <a:pPr algn="l"/>
                      <a:r>
                        <a:rPr lang="en-US" dirty="0"/>
                        <a:t>Full title of the paper with year</a:t>
                      </a:r>
                    </a:p>
                  </a:txBody>
                  <a:tcPr>
                    <a:solidFill>
                      <a:schemeClr val="accent5">
                        <a:lumMod val="60000"/>
                        <a:lumOff val="40000"/>
                      </a:schemeClr>
                    </a:solidFill>
                  </a:tcPr>
                </a:tc>
                <a:tc>
                  <a:txBody>
                    <a:bodyPr/>
                    <a:lstStyle/>
                    <a:p>
                      <a:pPr algn="l"/>
                      <a:r>
                        <a:rPr lang="en-US" dirty="0"/>
                        <a:t>Inference from the paper ( based on methodology, technology ) </a:t>
                      </a:r>
                      <a:endParaRPr lang="en-US"/>
                    </a:p>
                  </a:txBody>
                  <a:tcPr>
                    <a:solidFill>
                      <a:schemeClr val="accent5">
                        <a:lumMod val="60000"/>
                        <a:lumOff val="40000"/>
                      </a:schemeClr>
                    </a:solidFill>
                  </a:tcPr>
                </a:tc>
                <a:tc>
                  <a:txBody>
                    <a:bodyPr/>
                    <a:lstStyle/>
                    <a:p>
                      <a:pPr algn="l"/>
                      <a:r>
                        <a:rPr lang="en-US" dirty="0"/>
                        <a:t>Open Problem </a:t>
                      </a:r>
                      <a:endParaRPr lang="en-US"/>
                    </a:p>
                    <a:p>
                      <a:pPr lvl="0" algn="l">
                        <a:buNone/>
                      </a:pPr>
                      <a:r>
                        <a:rPr lang="en-US" dirty="0"/>
                        <a:t>( for proposed work )</a:t>
                      </a:r>
                    </a:p>
                  </a:txBody>
                  <a:tcPr>
                    <a:solidFill>
                      <a:schemeClr val="accent5">
                        <a:lumMod val="60000"/>
                        <a:lumOff val="40000"/>
                      </a:schemeClr>
                    </a:solidFill>
                  </a:tcPr>
                </a:tc>
                <a:extLst>
                  <a:ext uri="{0D108BD9-81ED-4DB2-BD59-A6C34878D82A}">
                    <a16:rowId xmlns:a16="http://schemas.microsoft.com/office/drawing/2014/main" val="3764984970"/>
                  </a:ext>
                </a:extLst>
              </a:tr>
              <a:tr h="1469419">
                <a:tc>
                  <a:txBody>
                    <a:bodyPr/>
                    <a:lstStyle/>
                    <a:p>
                      <a:r>
                        <a:rPr lang="en-US" sz="1200" dirty="0">
                          <a:latin typeface="Calibri Light" panose="020F0302020204030204" pitchFamily="34" charset="0"/>
                          <a:cs typeface="Calibri Light" panose="020F0302020204030204" pitchFamily="34"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Prajakta </a:t>
                      </a:r>
                      <a:r>
                        <a:rPr lang="en-IN" sz="1200" b="0" i="0" u="none" strike="noStrike" cap="none" spc="0" baseline="0" dirty="0" err="1">
                          <a:solidFill>
                            <a:schemeClr val="tx1"/>
                          </a:solidFill>
                          <a:effectLst/>
                          <a:uFillTx/>
                          <a:latin typeface="Calibri Light" panose="020F0302020204030204" pitchFamily="34" charset="0"/>
                          <a:ea typeface="+mn-ea"/>
                          <a:cs typeface="Calibri Light" panose="020F0302020204030204" pitchFamily="34" charset="0"/>
                          <a:sym typeface="Arial"/>
                        </a:rPr>
                        <a:t>Mahale</a:t>
                      </a: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 Vinaya </a:t>
                      </a:r>
                      <a:r>
                        <a:rPr lang="en-IN" sz="1200" b="0" i="0" u="none" strike="noStrike" cap="none" spc="0" baseline="0" dirty="0" err="1">
                          <a:solidFill>
                            <a:schemeClr val="tx1"/>
                          </a:solidFill>
                          <a:effectLst/>
                          <a:uFillTx/>
                          <a:latin typeface="Calibri Light" panose="020F0302020204030204" pitchFamily="34" charset="0"/>
                          <a:ea typeface="+mn-ea"/>
                          <a:cs typeface="Calibri Light" panose="020F0302020204030204" pitchFamily="34" charset="0"/>
                          <a:sym typeface="Arial"/>
                        </a:rPr>
                        <a:t>Kumbhar</a:t>
                      </a: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 Mayuri Deshmukh, Prof. Y. R. Dhumal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Handwriting Analysis Using Machine Learning</a:t>
                      </a:r>
                    </a:p>
                  </a:txBody>
                  <a:tcPr/>
                </a:tc>
                <a:tc>
                  <a:txBody>
                    <a:bodyPr/>
                    <a:lstStyle/>
                    <a:p>
                      <a:pPr lvl="0" algn="l">
                        <a:lnSpc>
                          <a:spcPct val="100000"/>
                        </a:lnSpc>
                        <a:spcBef>
                          <a:spcPts val="0"/>
                        </a:spcBef>
                        <a:spcAft>
                          <a:spcPts val="0"/>
                        </a:spcAft>
                        <a:buNone/>
                      </a:pPr>
                      <a:r>
                        <a:rPr lang="en-US" sz="1200" dirty="0">
                          <a:latin typeface="Calibri Light" panose="020F0302020204030204" pitchFamily="34" charset="0"/>
                          <a:cs typeface="Calibri Light" panose="020F0302020204030204" pitchFamily="34" charset="0"/>
                        </a:rPr>
                        <a:t>Here the input from the user is pre-processed and passed into the CNN. It analyses the input image input by CNN model and gives he percentage of various types of traits present in the handwriting sample of the subject</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algn="l"/>
                      <a:r>
                        <a:rPr lang="en-US" sz="1200" dirty="0">
                          <a:latin typeface="Calibri Light" panose="020F0302020204030204" pitchFamily="34" charset="0"/>
                          <a:cs typeface="Calibri Light" panose="020F0302020204030204" pitchFamily="34" charset="0"/>
                        </a:rPr>
                        <a:t>In this paper they only few variables into consideration and used only CNN. Where as we are using the OCR model and doing the morphological segmentation.</a:t>
                      </a:r>
                    </a:p>
                  </a:txBody>
                  <a:tcPr/>
                </a:tc>
                <a:extLst>
                  <a:ext uri="{0D108BD9-81ED-4DB2-BD59-A6C34878D82A}">
                    <a16:rowId xmlns:a16="http://schemas.microsoft.com/office/drawing/2014/main" val="3601946671"/>
                  </a:ext>
                </a:extLst>
              </a:tr>
              <a:tr h="1469419">
                <a:tc>
                  <a:txBody>
                    <a:bodyPr/>
                    <a:lstStyle/>
                    <a:p>
                      <a:r>
                        <a:rPr lang="en-US" sz="1200" dirty="0">
                          <a:latin typeface="Calibri Light" panose="020F0302020204030204" pitchFamily="34" charset="0"/>
                          <a:cs typeface="Calibri Light" panose="020F0302020204030204" pitchFamily="34" charset="0"/>
                        </a:rPr>
                        <a:t>8.</a:t>
                      </a:r>
                    </a:p>
                  </a:txBody>
                  <a:tcPr/>
                </a:tc>
                <a:tc>
                  <a:txBody>
                    <a:bodyPr/>
                    <a:lstStyle/>
                    <a:p>
                      <a:pPr lvl="0" algn="l">
                        <a:lnSpc>
                          <a:spcPct val="100000"/>
                        </a:lnSpc>
                        <a:spcBef>
                          <a:spcPts val="0"/>
                        </a:spcBef>
                        <a:spcAft>
                          <a:spcPts val="0"/>
                        </a:spcAft>
                        <a:buNone/>
                      </a:pPr>
                      <a:r>
                        <a:rPr lang="en-IN" sz="1200" dirty="0">
                          <a:latin typeface="Calibri Light" panose="020F0302020204030204" pitchFamily="34" charset="0"/>
                          <a:cs typeface="Calibri Light" panose="020F0302020204030204" pitchFamily="34" charset="0"/>
                        </a:rPr>
                        <a:t>Gyanendra </a:t>
                      </a:r>
                      <a:r>
                        <a:rPr lang="en-IN" sz="1200" dirty="0" err="1">
                          <a:latin typeface="Calibri Light" panose="020F0302020204030204" pitchFamily="34" charset="0"/>
                          <a:cs typeface="Calibri Light" panose="020F0302020204030204" pitchFamily="34" charset="0"/>
                        </a:rPr>
                        <a:t>Chaubey</a:t>
                      </a:r>
                      <a:r>
                        <a:rPr lang="en-IN" sz="1200" dirty="0">
                          <a:latin typeface="Calibri Light" panose="020F0302020204030204" pitchFamily="34" charset="0"/>
                          <a:cs typeface="Calibri Light" panose="020F0302020204030204" pitchFamily="34" charset="0"/>
                        </a:rPr>
                        <a:t> and Siddhartha Kumar </a:t>
                      </a:r>
                      <a:r>
                        <a:rPr lang="en-IN" sz="1200" dirty="0" err="1">
                          <a:latin typeface="Calibri Light" panose="020F0302020204030204" pitchFamily="34" charset="0"/>
                          <a:cs typeface="Calibri Light" panose="020F0302020204030204" pitchFamily="34" charset="0"/>
                        </a:rPr>
                        <a:t>Arjaria</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lvl="0" algn="l">
                        <a:buNone/>
                      </a:pPr>
                      <a:r>
                        <a:rPr lang="en-US" sz="1200" dirty="0">
                          <a:latin typeface="Calibri Light" panose="020F0302020204030204" pitchFamily="34" charset="0"/>
                          <a:cs typeface="Calibri Light" panose="020F0302020204030204" pitchFamily="34" charset="0"/>
                        </a:rPr>
                        <a:t>Personality Prediction Through Handwriting Analysis Using Convolutional Neural Networks</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lvl="0" algn="l">
                        <a:buNone/>
                      </a:pPr>
                      <a:r>
                        <a:rPr lang="en-US" sz="1200" b="0" i="0" u="none" strike="noStrike" cap="none" spc="0" baseline="0" dirty="0">
                          <a:solidFill>
                            <a:schemeClr val="tx1"/>
                          </a:solidFill>
                          <a:effectLst/>
                          <a:uFillTx/>
                          <a:latin typeface="Calibri Light" panose="020F0302020204030204" pitchFamily="34" charset="0"/>
                          <a:ea typeface="+mn-ea"/>
                          <a:cs typeface="Calibri Light" panose="020F0302020204030204" pitchFamily="34" charset="0"/>
                          <a:sym typeface="Arial"/>
                        </a:rPr>
                        <a:t>In this, we are going to use the Convolutional Neural Network (CNN) to predict five big personality traits (Agreeableness, Conscientiousness, Extraversion, Neuroticism, Openness) of the writer at the time of writing.</a:t>
                      </a:r>
                      <a:endParaRPr lang="en-US" sz="1200" b="0" i="0" u="none" strike="noStrike" noProof="0" dirty="0">
                        <a:latin typeface="Calibri Light" panose="020F0302020204030204" pitchFamily="34" charset="0"/>
                        <a:cs typeface="Calibri Light" panose="020F0302020204030204" pitchFamily="34" charset="0"/>
                      </a:endParaRPr>
                    </a:p>
                  </a:txBody>
                  <a:tcPr/>
                </a:tc>
                <a:tc>
                  <a:txBody>
                    <a:bodyPr/>
                    <a:lstStyle/>
                    <a:p>
                      <a:pPr algn="l"/>
                      <a:r>
                        <a:rPr lang="en-US" sz="1200" dirty="0">
                          <a:latin typeface="Calibri Light" panose="020F0302020204030204" pitchFamily="34" charset="0"/>
                          <a:cs typeface="Calibri Light" panose="020F0302020204030204" pitchFamily="34" charset="0"/>
                        </a:rPr>
                        <a:t>In this paper they identified only 5 big personality traits and trained the model. Where as we are using the OCR model and doing the morphological segmentation before training the model.</a:t>
                      </a:r>
                    </a:p>
                  </a:txBody>
                  <a:tcPr/>
                </a:tc>
                <a:extLst>
                  <a:ext uri="{0D108BD9-81ED-4DB2-BD59-A6C34878D82A}">
                    <a16:rowId xmlns:a16="http://schemas.microsoft.com/office/drawing/2014/main" val="3623962748"/>
                  </a:ext>
                </a:extLst>
              </a:tr>
            </a:tbl>
          </a:graphicData>
        </a:graphic>
      </p:graphicFrame>
    </p:spTree>
    <p:extLst>
      <p:ext uri="{BB962C8B-B14F-4D97-AF65-F5344CB8AC3E}">
        <p14:creationId xmlns:p14="http://schemas.microsoft.com/office/powerpoint/2010/main" val="214654776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otivation"/>
          <p:cNvSpPr txBox="1">
            <a:spLocks noGrp="1"/>
          </p:cNvSpPr>
          <p:nvPr>
            <p:ph type="title"/>
          </p:nvPr>
        </p:nvSpPr>
        <p:spPr>
          <a:xfrm>
            <a:off x="1010920" y="1412240"/>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Justification for the proposed problem</a:t>
            </a:r>
            <a:endParaRPr sz="3200" dirty="0"/>
          </a:p>
        </p:txBody>
      </p:sp>
      <p:sp>
        <p:nvSpPr>
          <p:cNvPr id="5" name="Slide Number"/>
          <p:cNvSpPr txBox="1">
            <a:spLocks noGrp="1"/>
          </p:cNvSpPr>
          <p:nvPr>
            <p:ph type="sldNum" sz="quarter" idx="2"/>
          </p:nvPr>
        </p:nvSpPr>
        <p:spPr>
          <a:xfrm>
            <a:off x="8418883" y="381000"/>
            <a:ext cx="191717"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6</a:t>
            </a:r>
            <a:endParaRPr dirty="0"/>
          </a:p>
        </p:txBody>
      </p:sp>
      <p:sp>
        <p:nvSpPr>
          <p:cNvPr id="2" name="TextBox 1">
            <a:extLst>
              <a:ext uri="{FF2B5EF4-FFF2-40B4-BE49-F238E27FC236}">
                <a16:creationId xmlns:a16="http://schemas.microsoft.com/office/drawing/2014/main" id="{4B1A0AB2-14CA-70D4-950D-50AF2ADA7BBB}"/>
              </a:ext>
            </a:extLst>
          </p:cNvPr>
          <p:cNvSpPr txBox="1"/>
          <p:nvPr/>
        </p:nvSpPr>
        <p:spPr>
          <a:xfrm>
            <a:off x="2946400" y="2245360"/>
            <a:ext cx="3566160"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2400" b="0" i="0" u="none" strike="noStrike" cap="none" spc="0" normalizeH="0" baseline="0" dirty="0">
                <a:ln>
                  <a:noFill/>
                </a:ln>
                <a:solidFill>
                  <a:srgbClr val="000000"/>
                </a:solidFill>
                <a:effectLst/>
                <a:uFillTx/>
                <a:latin typeface="Times New Roman"/>
                <a:ea typeface="Times New Roman"/>
                <a:cs typeface="Times New Roman"/>
                <a:sym typeface="Times New Roman"/>
              </a:rPr>
              <a:t>Motivation and Need</a:t>
            </a:r>
          </a:p>
        </p:txBody>
      </p:sp>
      <p:sp>
        <p:nvSpPr>
          <p:cNvPr id="6" name="TextBox 5">
            <a:extLst>
              <a:ext uri="{FF2B5EF4-FFF2-40B4-BE49-F238E27FC236}">
                <a16:creationId xmlns:a16="http://schemas.microsoft.com/office/drawing/2014/main" id="{D36348CD-77AF-C36F-8DB1-6F8110F396B5}"/>
              </a:ext>
            </a:extLst>
          </p:cNvPr>
          <p:cNvSpPr txBox="1"/>
          <p:nvPr/>
        </p:nvSpPr>
        <p:spPr>
          <a:xfrm>
            <a:off x="995680" y="3088640"/>
            <a:ext cx="7482496" cy="2215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2000" dirty="0">
                <a:latin typeface="Calibri Light" panose="020F0302020204030204" pitchFamily="34" charset="0"/>
                <a:cs typeface="Calibri Light" panose="020F0302020204030204" pitchFamily="34" charset="0"/>
              </a:rPr>
              <a:t>Handwriting analysts also known as graphologists can examine an individual’s handwriting to predict the personality traits of the writer. Automated handwriting analysis can be used to examine personal traits of candidates accurately as the accuracy of an analyst highly depends on his skill set. Also hiring a graphologist to analyze hundreds of samples will be time consuming and not be feasible economically.</a:t>
            </a:r>
            <a:endParaRPr lang="en-IN" sz="2000" dirty="0">
              <a:latin typeface="Calibri Light" panose="020F0302020204030204" pitchFamily="34" charset="0"/>
              <a:cs typeface="Calibri Light" panose="020F0302020204030204" pitchFamily="34" charset="0"/>
            </a:endParaRPr>
          </a:p>
          <a:p>
            <a:pPr marL="0" marR="0" indent="0"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9184188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589" y="1333045"/>
            <a:ext cx="7315200" cy="887641"/>
          </a:xfrm>
        </p:spPr>
        <p:txBody>
          <a:bodyPr/>
          <a:lstStyle/>
          <a:p>
            <a:r>
              <a:rPr lang="en-US" sz="3200" dirty="0">
                <a:latin typeface="Times New Roman" panose="02020603050405020304" pitchFamily="18" charset="0"/>
                <a:cs typeface="Times New Roman" panose="02020603050405020304" pitchFamily="18" charset="0"/>
              </a:rPr>
              <a:t>Software/Tools Requirements</a:t>
            </a:r>
            <a:endParaRPr lang="en-IN" sz="3200" dirty="0">
              <a:latin typeface="Times New Roman" panose="02020603050405020304" pitchFamily="18" charset="0"/>
              <a:cs typeface="Times New Roman" panose="02020603050405020304" pitchFamily="18" charset="0"/>
            </a:endParaRP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13</a:t>
            </a:r>
            <a:endParaRPr dirty="0"/>
          </a:p>
        </p:txBody>
      </p:sp>
      <p:sp>
        <p:nvSpPr>
          <p:cNvPr id="6" name="TextBox 5">
            <a:extLst>
              <a:ext uri="{FF2B5EF4-FFF2-40B4-BE49-F238E27FC236}">
                <a16:creationId xmlns:a16="http://schemas.microsoft.com/office/drawing/2014/main" id="{53232D3E-F962-E043-FBA8-745C7781D6B6}"/>
              </a:ext>
            </a:extLst>
          </p:cNvPr>
          <p:cNvSpPr txBox="1"/>
          <p:nvPr/>
        </p:nvSpPr>
        <p:spPr>
          <a:xfrm>
            <a:off x="896398" y="2509224"/>
            <a:ext cx="7670800" cy="27084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2000" i="0" strike="noStrike" cap="none" spc="0" normalizeH="0" baseline="0" dirty="0">
                <a:ln>
                  <a:noFill/>
                </a:ln>
                <a:solidFill>
                  <a:schemeClr val="tx1"/>
                </a:solidFill>
                <a:effectLst/>
                <a:uFillTx/>
                <a:latin typeface="+mn-lt"/>
                <a:ea typeface="Times New Roman"/>
                <a:cs typeface="Times New Roman"/>
                <a:sym typeface="Times New Roman"/>
              </a:rPr>
              <a:t>MATLAB</a:t>
            </a:r>
            <a:r>
              <a:rPr kumimoji="0" lang="en-IN" sz="1800" i="0" strike="noStrike" cap="none" spc="0" normalizeH="0" baseline="0" dirty="0">
                <a:ln>
                  <a:noFill/>
                </a:ln>
                <a:solidFill>
                  <a:schemeClr val="tx1"/>
                </a:solidFill>
                <a:effectLst/>
                <a:uFillTx/>
                <a:latin typeface="Times New Roman"/>
                <a:ea typeface="Times New Roman"/>
                <a:cs typeface="Times New Roman"/>
                <a:sym typeface="Times New Roman"/>
              </a:rPr>
              <a:t> : </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MATLAB (</a:t>
            </a:r>
            <a:r>
              <a:rPr lang="en-IN" sz="1800" i="1"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matrix laboratory</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is a </a:t>
            </a:r>
            <a:r>
              <a:rPr lang="en-IN" sz="1800" dirty="0">
                <a:solidFill>
                  <a:schemeClr val="tx1"/>
                </a:solidFill>
                <a:latin typeface="Calibri Light" panose="020F0302020204030204" pitchFamily="34" charset="0"/>
                <a:ea typeface="Calibri" panose="020F0502020204030204" pitchFamily="34" charset="0"/>
                <a:cs typeface="Calibri Light" panose="020F0302020204030204" pitchFamily="34" charset="0"/>
              </a:rPr>
              <a:t>multi-paradigm</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a:t>
            </a:r>
            <a:r>
              <a:rPr lang="en-IN" sz="1800" dirty="0">
                <a:solidFill>
                  <a:schemeClr val="tx1"/>
                </a:solidFill>
                <a:latin typeface="Calibri Light" panose="020F0302020204030204" pitchFamily="34" charset="0"/>
                <a:ea typeface="Calibri" panose="020F0502020204030204" pitchFamily="34" charset="0"/>
                <a:cs typeface="Calibri Light" panose="020F0302020204030204" pitchFamily="34" charset="0"/>
              </a:rPr>
              <a:t>numerical computing</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environment and </a:t>
            </a:r>
            <a:r>
              <a:rPr lang="en-IN" sz="1800" dirty="0">
                <a:solidFill>
                  <a:schemeClr val="tx1"/>
                </a:solidFill>
                <a:latin typeface="Calibri Light" panose="020F0302020204030204" pitchFamily="34" charset="0"/>
                <a:ea typeface="Calibri" panose="020F0502020204030204" pitchFamily="34" charset="0"/>
                <a:cs typeface="Calibri Light" panose="020F0302020204030204" pitchFamily="34" charset="0"/>
              </a:rPr>
              <a:t>proprietary programming</a:t>
            </a:r>
            <a:r>
              <a:rPr lang="en-IN" sz="1800" dirty="0">
                <a:solidFill>
                  <a:srgbClr val="0000FF"/>
                </a:solidFill>
                <a:latin typeface="Calibri Light" panose="020F0302020204030204" pitchFamily="34" charset="0"/>
                <a:ea typeface="Calibri" panose="020F0502020204030204" pitchFamily="34" charset="0"/>
                <a:cs typeface="Calibri Light" panose="020F0302020204030204" pitchFamily="34" charset="0"/>
              </a:rPr>
              <a:t> </a:t>
            </a:r>
            <a:r>
              <a:rPr lang="en-IN" sz="1800" dirty="0">
                <a:solidFill>
                  <a:schemeClr val="tx1"/>
                </a:solidFill>
                <a:latin typeface="Calibri Light" panose="020F0302020204030204" pitchFamily="34" charset="0"/>
                <a:ea typeface="Calibri" panose="020F0502020204030204" pitchFamily="34" charset="0"/>
                <a:cs typeface="Calibri Light" panose="020F0302020204030204" pitchFamily="34" charset="0"/>
              </a:rPr>
              <a:t>language</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developed by </a:t>
            </a:r>
            <a:r>
              <a:rPr lang="en-IN" sz="1800" dirty="0">
                <a:solidFill>
                  <a:schemeClr val="tx1"/>
                </a:solidFill>
                <a:latin typeface="Calibri Light" panose="020F0302020204030204" pitchFamily="34" charset="0"/>
                <a:ea typeface="Calibri" panose="020F0502020204030204" pitchFamily="34" charset="0"/>
                <a:cs typeface="Calibri Light" panose="020F0302020204030204" pitchFamily="34" charset="0"/>
              </a:rPr>
              <a:t>MathWorks</a:t>
            </a:r>
            <a:r>
              <a:rPr lang="en-IN" sz="1800" dirty="0">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a:t>
            </a:r>
          </a:p>
          <a:p>
            <a:pPr marL="0" marR="0" indent="0" algn="l" defTabSz="914400" rtl="0" fontAlgn="auto" latinLnBrk="0" hangingPunct="0">
              <a:lnSpc>
                <a:spcPct val="100000"/>
              </a:lnSpc>
              <a:spcBef>
                <a:spcPts val="0"/>
              </a:spcBef>
              <a:spcAft>
                <a:spcPts val="0"/>
              </a:spcAft>
              <a:buClrTx/>
              <a:buSzTx/>
              <a:buFontTx/>
              <a:buNone/>
              <a:tabLst/>
            </a:pPr>
            <a:endParaRPr lang="en-IN" sz="2000" dirty="0">
              <a:latin typeface="Arial" panose="020B0604020202020204" pitchFamily="34" charset="0"/>
              <a:cs typeface="Arial" panose="020B0604020202020204" pitchFamily="34" charset="0"/>
            </a:endParaRPr>
          </a:p>
          <a:p>
            <a:pPr marL="0" marR="0" indent="0" algn="l" defTabSz="914400" rtl="0" fontAlgn="auto" latinLnBrk="0" hangingPunct="0">
              <a:lnSpc>
                <a:spcPct val="100000"/>
              </a:lnSpc>
              <a:spcBef>
                <a:spcPts val="0"/>
              </a:spcBef>
              <a:spcAft>
                <a:spcPts val="0"/>
              </a:spcAft>
              <a:buClrTx/>
              <a:buSzTx/>
              <a:buFontTx/>
              <a:buNone/>
              <a:tabLst/>
            </a:pPr>
            <a:r>
              <a:rPr lang="en-IN" sz="2000" dirty="0">
                <a:latin typeface="Arial" panose="020B0604020202020204" pitchFamily="34" charset="0"/>
                <a:cs typeface="Arial" panose="020B0604020202020204" pitchFamily="34" charset="0"/>
              </a:rPr>
              <a:t>Image Pre-Processing Toolbox </a:t>
            </a:r>
            <a:r>
              <a:rPr lang="en-IN" sz="1600" dirty="0">
                <a:latin typeface="Calibri Light" panose="020F0302020204030204" pitchFamily="34" charset="0"/>
                <a:cs typeface="Calibri Light" panose="020F0302020204030204" pitchFamily="34" charset="0"/>
              </a:rPr>
              <a:t>: </a:t>
            </a:r>
            <a:r>
              <a:rPr lang="en-IN" sz="1800" dirty="0">
                <a:latin typeface="Calibri Light" panose="020F0302020204030204" pitchFamily="34" charset="0"/>
                <a:cs typeface="Calibri Light" panose="020F0302020204030204" pitchFamily="34" charset="0"/>
              </a:rPr>
              <a:t>A MATLAB toolbox used for Image Pre-Processing.</a:t>
            </a:r>
          </a:p>
          <a:p>
            <a:pPr marL="0" marR="0" indent="0" algn="l"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Times New Roman"/>
            </a:endParaRPr>
          </a:p>
          <a:p>
            <a:pPr marL="0" marR="0" indent="0" algn="l" defTabSz="914400" rtl="0" fontAlgn="auto" latinLnBrk="0" hangingPunct="0">
              <a:lnSpc>
                <a:spcPct val="100000"/>
              </a:lnSpc>
              <a:spcBef>
                <a:spcPts val="0"/>
              </a:spcBef>
              <a:spcAft>
                <a:spcPts val="0"/>
              </a:spcAft>
              <a:buClrTx/>
              <a:buSzTx/>
              <a:buFontTx/>
              <a:buNone/>
              <a:tabLst/>
            </a:pPr>
            <a:r>
              <a:rPr kumimoji="0" lang="en-IN" sz="2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Times New Roman"/>
              </a:rPr>
              <a:t>Deep Learning Toolbox </a:t>
            </a:r>
            <a:r>
              <a:rPr kumimoji="0" lang="en-IN"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Times New Roman"/>
              </a:rPr>
              <a:t>: </a:t>
            </a:r>
            <a:r>
              <a:rPr lang="en-IN" sz="1800" dirty="0">
                <a:latin typeface="Calibri Light" panose="020F0302020204030204" pitchFamily="34" charset="0"/>
                <a:cs typeface="Calibri Light" panose="020F0302020204030204" pitchFamily="34" charset="0"/>
              </a:rPr>
              <a:t>A MATLAB toolbox used for implementing Deep Learning algorithms.</a:t>
            </a:r>
            <a:endParaRPr kumimoji="0" lang="en-IN" sz="18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sym typeface="Times New Roman"/>
            </a:endParaRPr>
          </a:p>
        </p:txBody>
      </p:sp>
    </p:spTree>
    <p:extLst>
      <p:ext uri="{BB962C8B-B14F-4D97-AF65-F5344CB8AC3E}">
        <p14:creationId xmlns:p14="http://schemas.microsoft.com/office/powerpoint/2010/main" val="241652942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953589" y="1333045"/>
            <a:ext cx="7315200" cy="8876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a:lstStyle>
          <a:p>
            <a:pPr hangingPunct="1"/>
            <a:r>
              <a:rPr lang="en-IN" sz="3200" dirty="0">
                <a:latin typeface="Times New Roman" panose="02020603050405020304" pitchFamily="18" charset="0"/>
                <a:cs typeface="Times New Roman" panose="02020603050405020304" pitchFamily="18" charset="0"/>
              </a:rPr>
              <a:t>Data Set</a:t>
            </a:r>
          </a:p>
        </p:txBody>
      </p:sp>
      <p:sp>
        <p:nvSpPr>
          <p:cNvPr id="4" name="TextBox 3"/>
          <p:cNvSpPr txBox="1"/>
          <p:nvPr/>
        </p:nvSpPr>
        <p:spPr>
          <a:xfrm>
            <a:off x="587828" y="2247319"/>
            <a:ext cx="7968343" cy="3139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endParaRPr lang="en-IN" sz="1800" dirty="0"/>
          </a:p>
          <a:p>
            <a:r>
              <a:rPr lang="en-IN" sz="1800" b="1" dirty="0"/>
              <a:t>Sample data set :</a:t>
            </a:r>
          </a:p>
          <a:p>
            <a:endParaRPr lang="en-IN" sz="1800" dirty="0"/>
          </a:p>
          <a:p>
            <a:endParaRPr lang="en-IN" sz="1800" dirty="0"/>
          </a:p>
          <a:p>
            <a:endParaRPr lang="en-IN" sz="1800" dirty="0"/>
          </a:p>
          <a:p>
            <a:endParaRPr lang="en-IN" sz="1800" dirty="0"/>
          </a:p>
          <a:p>
            <a:endParaRPr lang="en-IN" sz="1800" dirty="0"/>
          </a:p>
          <a:p>
            <a:endParaRPr lang="en-IN" sz="1800" dirty="0"/>
          </a:p>
          <a:p>
            <a:endParaRPr lang="en-IN" sz="1800" dirty="0"/>
          </a:p>
          <a:p>
            <a:endParaRPr lang="en-IN" sz="1800" dirty="0"/>
          </a:p>
          <a:p>
            <a:endParaRPr lang="en-IN" sz="1800" dirty="0"/>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14</a:t>
            </a:r>
            <a:endParaRPr dirty="0"/>
          </a:p>
        </p:txBody>
      </p:sp>
      <p:pic>
        <p:nvPicPr>
          <p:cNvPr id="7" name="Picture 6">
            <a:extLst>
              <a:ext uri="{FF2B5EF4-FFF2-40B4-BE49-F238E27FC236}">
                <a16:creationId xmlns:a16="http://schemas.microsoft.com/office/drawing/2014/main" id="{F594157C-4088-199F-C1C3-06ECD774DD5F}"/>
              </a:ext>
            </a:extLst>
          </p:cNvPr>
          <p:cNvPicPr>
            <a:picLocks noChangeAspect="1"/>
          </p:cNvPicPr>
          <p:nvPr/>
        </p:nvPicPr>
        <p:blipFill rotWithShape="1">
          <a:blip r:embed="rId2"/>
          <a:srcRect b="25022"/>
          <a:stretch/>
        </p:blipFill>
        <p:spPr>
          <a:xfrm>
            <a:off x="1322772" y="3022788"/>
            <a:ext cx="6214369" cy="1300637"/>
          </a:xfrm>
          <a:prstGeom prst="rect">
            <a:avLst/>
          </a:prstGeom>
        </p:spPr>
      </p:pic>
      <p:pic>
        <p:nvPicPr>
          <p:cNvPr id="11" name="Picture 10">
            <a:extLst>
              <a:ext uri="{FF2B5EF4-FFF2-40B4-BE49-F238E27FC236}">
                <a16:creationId xmlns:a16="http://schemas.microsoft.com/office/drawing/2014/main" id="{F26608A6-28DA-CD26-8692-F77A9BAE0862}"/>
              </a:ext>
            </a:extLst>
          </p:cNvPr>
          <p:cNvPicPr>
            <a:picLocks noChangeAspect="1"/>
          </p:cNvPicPr>
          <p:nvPr/>
        </p:nvPicPr>
        <p:blipFill>
          <a:blip r:embed="rId3"/>
          <a:stretch>
            <a:fillRect/>
          </a:stretch>
        </p:blipFill>
        <p:spPr>
          <a:xfrm>
            <a:off x="1322773" y="4332153"/>
            <a:ext cx="5992427" cy="1725200"/>
          </a:xfrm>
          <a:prstGeom prst="rect">
            <a:avLst/>
          </a:prstGeom>
        </p:spPr>
      </p:pic>
    </p:spTree>
    <p:extLst>
      <p:ext uri="{BB962C8B-B14F-4D97-AF65-F5344CB8AC3E}">
        <p14:creationId xmlns:p14="http://schemas.microsoft.com/office/powerpoint/2010/main" val="84806806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881742" y="1166926"/>
            <a:ext cx="7380515" cy="536614"/>
          </a:xfrm>
        </p:spPr>
        <p:txBody>
          <a:bodyPr/>
          <a:lstStyle/>
          <a:p>
            <a:r>
              <a:rPr lang="en-US" sz="3200" dirty="0">
                <a:latin typeface="Times New Roman" panose="02020603050405020304" pitchFamily="18" charset="0"/>
                <a:cs typeface="Times New Roman" panose="02020603050405020304" pitchFamily="18" charset="0"/>
              </a:rPr>
              <a:t>Work Plan </a:t>
            </a:r>
            <a:endParaRPr lang="en-IN" sz="3200" dirty="0">
              <a:latin typeface="Times New Roman" panose="02020603050405020304" pitchFamily="18" charset="0"/>
              <a:cs typeface="Times New Roman" panose="02020603050405020304" pitchFamily="18" charset="0"/>
            </a:endParaRPr>
          </a:p>
        </p:txBody>
      </p:sp>
      <p:sp>
        <p:nvSpPr>
          <p:cNvPr id="43"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10</a:t>
            </a:r>
            <a:endParaRPr dirty="0"/>
          </a:p>
        </p:txBody>
      </p:sp>
      <p:sp>
        <p:nvSpPr>
          <p:cNvPr id="4" name="Rectangle 6">
            <a:extLst>
              <a:ext uri="{FF2B5EF4-FFF2-40B4-BE49-F238E27FC236}">
                <a16:creationId xmlns:a16="http://schemas.microsoft.com/office/drawing/2014/main" id="{E3A7B3C0-5572-2DC6-5586-E2BD14193B87}"/>
              </a:ext>
            </a:extLst>
          </p:cNvPr>
          <p:cNvSpPr>
            <a:spLocks noChangeArrowheads="1"/>
          </p:cNvSpPr>
          <p:nvPr/>
        </p:nvSpPr>
        <p:spPr bwMode="auto">
          <a:xfrm>
            <a:off x="4572000" y="5029396"/>
            <a:ext cx="1050925" cy="2714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Display Result</a:t>
            </a:r>
          </a:p>
        </p:txBody>
      </p:sp>
      <p:sp>
        <p:nvSpPr>
          <p:cNvPr id="5" name="Rectangle 19">
            <a:extLst>
              <a:ext uri="{FF2B5EF4-FFF2-40B4-BE49-F238E27FC236}">
                <a16:creationId xmlns:a16="http://schemas.microsoft.com/office/drawing/2014/main" id="{963FDCF2-05D4-0F77-416C-3FCB6D289DA8}"/>
              </a:ext>
            </a:extLst>
          </p:cNvPr>
          <p:cNvSpPr>
            <a:spLocks noChangeArrowheads="1"/>
          </p:cNvSpPr>
          <p:nvPr/>
        </p:nvSpPr>
        <p:spPr bwMode="auto">
          <a:xfrm>
            <a:off x="2556769" y="4008243"/>
            <a:ext cx="1371249" cy="29742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Finger print Image</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6" name="Rectangle 18">
            <a:extLst>
              <a:ext uri="{FF2B5EF4-FFF2-40B4-BE49-F238E27FC236}">
                <a16:creationId xmlns:a16="http://schemas.microsoft.com/office/drawing/2014/main" id="{2FEFAE9D-4B43-61D1-8DF4-7F9819F791B7}"/>
              </a:ext>
            </a:extLst>
          </p:cNvPr>
          <p:cNvSpPr>
            <a:spLocks noChangeArrowheads="1"/>
          </p:cNvSpPr>
          <p:nvPr/>
        </p:nvSpPr>
        <p:spPr bwMode="auto">
          <a:xfrm>
            <a:off x="2247143" y="1748889"/>
            <a:ext cx="1587500" cy="189865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Pre processing</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7" name="Rectangle 22">
            <a:extLst>
              <a:ext uri="{FF2B5EF4-FFF2-40B4-BE49-F238E27FC236}">
                <a16:creationId xmlns:a16="http://schemas.microsoft.com/office/drawing/2014/main" id="{5C9601E9-0959-232C-DE06-BF001A9CB75B}"/>
              </a:ext>
            </a:extLst>
          </p:cNvPr>
          <p:cNvSpPr>
            <a:spLocks noChangeArrowheads="1"/>
          </p:cNvSpPr>
          <p:nvPr/>
        </p:nvSpPr>
        <p:spPr bwMode="auto">
          <a:xfrm>
            <a:off x="645276" y="2030920"/>
            <a:ext cx="1023937" cy="47307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Image Acquisition</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8" name="Rectangle 17">
            <a:extLst>
              <a:ext uri="{FF2B5EF4-FFF2-40B4-BE49-F238E27FC236}">
                <a16:creationId xmlns:a16="http://schemas.microsoft.com/office/drawing/2014/main" id="{F990ECFC-C186-B30E-3EF7-73F236D2222C}"/>
              </a:ext>
            </a:extLst>
          </p:cNvPr>
          <p:cNvSpPr>
            <a:spLocks noChangeArrowheads="1"/>
          </p:cNvSpPr>
          <p:nvPr/>
        </p:nvSpPr>
        <p:spPr bwMode="auto">
          <a:xfrm>
            <a:off x="2357406" y="2167190"/>
            <a:ext cx="1106488" cy="3571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Resizing</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9" name="Rectangle 16">
            <a:extLst>
              <a:ext uri="{FF2B5EF4-FFF2-40B4-BE49-F238E27FC236}">
                <a16:creationId xmlns:a16="http://schemas.microsoft.com/office/drawing/2014/main" id="{073E0996-F214-D180-D573-837DA7F9C668}"/>
              </a:ext>
            </a:extLst>
          </p:cNvPr>
          <p:cNvSpPr>
            <a:spLocks noChangeArrowheads="1"/>
          </p:cNvSpPr>
          <p:nvPr/>
        </p:nvSpPr>
        <p:spPr bwMode="auto">
          <a:xfrm>
            <a:off x="2392631" y="2803536"/>
            <a:ext cx="976313" cy="44926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Color Conversion</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12" name="Rectangle 15">
            <a:extLst>
              <a:ext uri="{FF2B5EF4-FFF2-40B4-BE49-F238E27FC236}">
                <a16:creationId xmlns:a16="http://schemas.microsoft.com/office/drawing/2014/main" id="{2AA6EC1F-3085-F4F5-ACF9-603078383744}"/>
              </a:ext>
            </a:extLst>
          </p:cNvPr>
          <p:cNvSpPr>
            <a:spLocks noChangeArrowheads="1"/>
          </p:cNvSpPr>
          <p:nvPr/>
        </p:nvSpPr>
        <p:spPr bwMode="auto">
          <a:xfrm>
            <a:off x="4371583" y="2377642"/>
            <a:ext cx="1517650" cy="6365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Improved Morphology  - ROI Segmentation </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2" name="Rectangle 14">
            <a:extLst>
              <a:ext uri="{FF2B5EF4-FFF2-40B4-BE49-F238E27FC236}">
                <a16:creationId xmlns:a16="http://schemas.microsoft.com/office/drawing/2014/main" id="{05F2140C-4784-1673-CAFC-E1F32E5BBEF5}"/>
              </a:ext>
            </a:extLst>
          </p:cNvPr>
          <p:cNvSpPr>
            <a:spLocks noChangeArrowheads="1"/>
          </p:cNvSpPr>
          <p:nvPr/>
        </p:nvSpPr>
        <p:spPr bwMode="auto">
          <a:xfrm>
            <a:off x="4238866" y="3861344"/>
            <a:ext cx="2074862" cy="56832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Classification using Transfer Learning</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24" name="Rectangle 13">
            <a:extLst>
              <a:ext uri="{FF2B5EF4-FFF2-40B4-BE49-F238E27FC236}">
                <a16:creationId xmlns:a16="http://schemas.microsoft.com/office/drawing/2014/main" id="{3CC2B104-D9D4-F904-897E-281D7CC4B7C7}"/>
              </a:ext>
            </a:extLst>
          </p:cNvPr>
          <p:cNvSpPr>
            <a:spLocks noChangeArrowheads="1"/>
          </p:cNvSpPr>
          <p:nvPr/>
        </p:nvSpPr>
        <p:spPr bwMode="auto">
          <a:xfrm>
            <a:off x="6729934" y="3259350"/>
            <a:ext cx="2052637" cy="244792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Classification using </a:t>
            </a:r>
            <a:r>
              <a:rPr kumimoji="0" lang="en-US" altLang="en-US" sz="1200" b="0" i="0" u="none" strike="noStrike" cap="none" normalizeH="0" baseline="0" dirty="0" err="1">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Googlenet</a:t>
            </a: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 -CNN</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200" b="0" i="0" u="none" strike="noStrike" cap="none" normalizeH="0" baseline="0" dirty="0">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Convolution layer</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200" b="0" i="0" u="none" strike="noStrike" cap="none" normalizeH="0" baseline="0" dirty="0">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a:t>
            </a:r>
            <a:r>
              <a:rPr kumimoji="0" lang="en-US" altLang="en-US" sz="1200" b="0" i="0" u="none" strike="noStrike" cap="none" normalizeH="0" baseline="0" dirty="0" err="1">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reluLayer</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200" b="0" i="0" u="none" strike="noStrike" cap="none" normalizeH="0" baseline="0" dirty="0">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Pooling Layer</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200" b="0" i="0" u="none" strike="noStrike" cap="none" normalizeH="0" baseline="0" dirty="0">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a:t>
            </a:r>
            <a:r>
              <a:rPr kumimoji="0" lang="en-US" altLang="en-US" sz="1200" b="0" i="0" u="none" strike="noStrike" cap="none" normalizeH="0" baseline="0" dirty="0" err="1">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fullyConnectedLayer</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mj-lt"/>
              <a:buAutoNum type="romanUcPeriod"/>
              <a:tabLst/>
            </a:pPr>
            <a:r>
              <a:rPr kumimoji="0" lang="en-US" altLang="en-US" sz="1200" b="0" i="0" u="none" strike="noStrike" cap="none" normalizeH="0" baseline="0" dirty="0" err="1">
                <a:ln>
                  <a:noFill/>
                </a:ln>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dropoutLayer</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30" name="Rectangle 5">
            <a:extLst>
              <a:ext uri="{FF2B5EF4-FFF2-40B4-BE49-F238E27FC236}">
                <a16:creationId xmlns:a16="http://schemas.microsoft.com/office/drawing/2014/main" id="{B6B65A83-86AE-8CB1-8833-CD796A2BF57F}"/>
              </a:ext>
            </a:extLst>
          </p:cNvPr>
          <p:cNvSpPr>
            <a:spLocks noChangeArrowheads="1"/>
          </p:cNvSpPr>
          <p:nvPr/>
        </p:nvSpPr>
        <p:spPr bwMode="auto">
          <a:xfrm>
            <a:off x="499094" y="3762087"/>
            <a:ext cx="1406526" cy="72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Extract Features by Repeated line tracking method</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31" name="Rectangle 3">
            <a:extLst>
              <a:ext uri="{FF2B5EF4-FFF2-40B4-BE49-F238E27FC236}">
                <a16:creationId xmlns:a16="http://schemas.microsoft.com/office/drawing/2014/main" id="{8D572087-8177-0197-FEA9-D01DA3920E93}"/>
              </a:ext>
            </a:extLst>
          </p:cNvPr>
          <p:cNvSpPr>
            <a:spLocks noChangeArrowheads="1"/>
          </p:cNvSpPr>
          <p:nvPr/>
        </p:nvSpPr>
        <p:spPr bwMode="auto">
          <a:xfrm>
            <a:off x="3425825" y="5723852"/>
            <a:ext cx="1146175" cy="50958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ea typeface="Calibri" panose="020F0502020204030204" pitchFamily="34" charset="0"/>
                <a:cs typeface="Calibri Light" panose="020F0302020204030204" pitchFamily="34" charset="0"/>
              </a:rPr>
              <a:t>Result will not displayed</a:t>
            </a: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32" name="AutoShape 10">
            <a:extLst>
              <a:ext uri="{FF2B5EF4-FFF2-40B4-BE49-F238E27FC236}">
                <a16:creationId xmlns:a16="http://schemas.microsoft.com/office/drawing/2014/main" id="{8A161E4A-8054-F173-3B0B-B404F4C53208}"/>
              </a:ext>
            </a:extLst>
          </p:cNvPr>
          <p:cNvSpPr>
            <a:spLocks noChangeArrowheads="1"/>
          </p:cNvSpPr>
          <p:nvPr/>
        </p:nvSpPr>
        <p:spPr bwMode="auto">
          <a:xfrm>
            <a:off x="807385" y="4876234"/>
            <a:ext cx="1871662" cy="129381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p:txBody>
      </p:sp>
      <p:sp>
        <p:nvSpPr>
          <p:cNvPr id="33" name="AutoShape 4">
            <a:extLst>
              <a:ext uri="{FF2B5EF4-FFF2-40B4-BE49-F238E27FC236}">
                <a16:creationId xmlns:a16="http://schemas.microsoft.com/office/drawing/2014/main" id="{2220A04E-9828-4AE7-05E6-4D3D9E2CB76B}"/>
              </a:ext>
            </a:extLst>
          </p:cNvPr>
          <p:cNvSpPr>
            <a:spLocks noChangeShapeType="1"/>
          </p:cNvSpPr>
          <p:nvPr/>
        </p:nvSpPr>
        <p:spPr bwMode="auto">
          <a:xfrm>
            <a:off x="2272278" y="5155047"/>
            <a:ext cx="2299722" cy="457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4" name="AutoShape 1">
            <a:extLst>
              <a:ext uri="{FF2B5EF4-FFF2-40B4-BE49-F238E27FC236}">
                <a16:creationId xmlns:a16="http://schemas.microsoft.com/office/drawing/2014/main" id="{B7C28F98-3071-ED43-CA7E-2517717E6302}"/>
              </a:ext>
            </a:extLst>
          </p:cNvPr>
          <p:cNvSpPr>
            <a:spLocks noChangeShapeType="1"/>
          </p:cNvSpPr>
          <p:nvPr/>
        </p:nvSpPr>
        <p:spPr bwMode="auto">
          <a:xfrm>
            <a:off x="1727070" y="2311640"/>
            <a:ext cx="4508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9" name="Rectangle 23">
            <a:extLst>
              <a:ext uri="{FF2B5EF4-FFF2-40B4-BE49-F238E27FC236}">
                <a16:creationId xmlns:a16="http://schemas.microsoft.com/office/drawing/2014/main" id="{7113E877-AF9A-1BAE-2F01-B58DD95FC400}"/>
              </a:ext>
            </a:extLst>
          </p:cNvPr>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1" name="Rectangle 33">
            <a:extLst>
              <a:ext uri="{FF2B5EF4-FFF2-40B4-BE49-F238E27FC236}">
                <a16:creationId xmlns:a16="http://schemas.microsoft.com/office/drawing/2014/main" id="{48425E3E-30D2-34D0-CEF2-F258006C2235}"/>
              </a:ext>
            </a:extLst>
          </p:cNvPr>
          <p:cNvSpPr>
            <a:spLocks noChangeArrowheads="1"/>
          </p:cNvSpPr>
          <p:nvPr/>
        </p:nvSpPr>
        <p:spPr bwMode="auto">
          <a:xfrm>
            <a:off x="152400" y="1066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4">
            <a:extLst>
              <a:ext uri="{FF2B5EF4-FFF2-40B4-BE49-F238E27FC236}">
                <a16:creationId xmlns:a16="http://schemas.microsoft.com/office/drawing/2014/main" id="{16143446-0DE8-1DEF-D68B-E2604D1493A9}"/>
              </a:ext>
            </a:extLst>
          </p:cNvPr>
          <p:cNvSpPr>
            <a:spLocks noChangeArrowheads="1"/>
          </p:cNvSpPr>
          <p:nvPr/>
        </p:nvSpPr>
        <p:spPr bwMode="auto">
          <a:xfrm>
            <a:off x="152400" y="1066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5">
            <a:extLst>
              <a:ext uri="{FF2B5EF4-FFF2-40B4-BE49-F238E27FC236}">
                <a16:creationId xmlns:a16="http://schemas.microsoft.com/office/drawing/2014/main" id="{0A320CED-C0DA-C20E-50A1-CB2B8DAF92D2}"/>
              </a:ext>
            </a:extLst>
          </p:cNvPr>
          <p:cNvSpPr>
            <a:spLocks noChangeArrowheads="1"/>
          </p:cNvSpPr>
          <p:nvPr/>
        </p:nvSpPr>
        <p:spPr bwMode="auto">
          <a:xfrm>
            <a:off x="2156564" y="4701859"/>
            <a:ext cx="13147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rPr>
              <a:t>	Yes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Calibri Light" panose="020F0302020204030204" pitchFamily="34" charset="0"/>
              <a:cs typeface="Calibri Light" panose="020F0302020204030204" pitchFamily="34" charset="0"/>
            </a:endParaRPr>
          </a:p>
        </p:txBody>
      </p:sp>
      <p:sp>
        <p:nvSpPr>
          <p:cNvPr id="45" name="Rectangle 37">
            <a:extLst>
              <a:ext uri="{FF2B5EF4-FFF2-40B4-BE49-F238E27FC236}">
                <a16:creationId xmlns:a16="http://schemas.microsoft.com/office/drawing/2014/main" id="{849A0EB8-6EFF-9E52-84A8-30CAA259D4E9}"/>
              </a:ext>
            </a:extLst>
          </p:cNvPr>
          <p:cNvSpPr>
            <a:spLocks noChangeArrowheads="1"/>
          </p:cNvSpPr>
          <p:nvPr/>
        </p:nvSpPr>
        <p:spPr bwMode="auto">
          <a:xfrm>
            <a:off x="152400" y="1066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7" name="Straight Arrow Connector 46">
            <a:extLst>
              <a:ext uri="{FF2B5EF4-FFF2-40B4-BE49-F238E27FC236}">
                <a16:creationId xmlns:a16="http://schemas.microsoft.com/office/drawing/2014/main" id="{716CCA0B-E79B-67A0-C432-140D961572F0}"/>
              </a:ext>
            </a:extLst>
          </p:cNvPr>
          <p:cNvCxnSpPr>
            <a:cxnSpLocks/>
            <a:stCxn id="12" idx="2"/>
          </p:cNvCxnSpPr>
          <p:nvPr/>
        </p:nvCxnSpPr>
        <p:spPr>
          <a:xfrm>
            <a:off x="5130408" y="3014230"/>
            <a:ext cx="0" cy="8298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548B9261-84F3-857B-CDBF-DC13C9D89E3A}"/>
              </a:ext>
            </a:extLst>
          </p:cNvPr>
          <p:cNvCxnSpPr>
            <a:cxnSpLocks/>
            <a:stCxn id="22" idx="1"/>
            <a:endCxn id="5" idx="3"/>
          </p:cNvCxnSpPr>
          <p:nvPr/>
        </p:nvCxnSpPr>
        <p:spPr>
          <a:xfrm flipH="1">
            <a:off x="3928018" y="4145507"/>
            <a:ext cx="310848" cy="11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31137B10-37C5-510D-A6B1-554980342865}"/>
              </a:ext>
            </a:extLst>
          </p:cNvPr>
          <p:cNvCxnSpPr>
            <a:cxnSpLocks/>
            <a:endCxn id="22" idx="3"/>
          </p:cNvCxnSpPr>
          <p:nvPr/>
        </p:nvCxnSpPr>
        <p:spPr>
          <a:xfrm flipH="1">
            <a:off x="6313728" y="4145507"/>
            <a:ext cx="4002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868C68D2-8833-0A26-F46E-7C3D8FB77F9A}"/>
              </a:ext>
            </a:extLst>
          </p:cNvPr>
          <p:cNvCxnSpPr>
            <a:cxnSpLocks/>
            <a:stCxn id="5" idx="1"/>
          </p:cNvCxnSpPr>
          <p:nvPr/>
        </p:nvCxnSpPr>
        <p:spPr>
          <a:xfrm flipH="1">
            <a:off x="1903956" y="4156957"/>
            <a:ext cx="652813" cy="60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DAD18553-3FA6-BCCB-E52E-2051E9F48D6B}"/>
              </a:ext>
            </a:extLst>
          </p:cNvPr>
          <p:cNvCxnSpPr>
            <a:cxnSpLocks/>
            <a:stCxn id="30" idx="2"/>
          </p:cNvCxnSpPr>
          <p:nvPr/>
        </p:nvCxnSpPr>
        <p:spPr>
          <a:xfrm>
            <a:off x="1202357" y="4485987"/>
            <a:ext cx="25194" cy="7624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D6B27B7B-BD9E-4248-8F3B-24AC9E317592}"/>
              </a:ext>
            </a:extLst>
          </p:cNvPr>
          <p:cNvCxnSpPr>
            <a:cxnSpLocks/>
            <a:endCxn id="31" idx="1"/>
          </p:cNvCxnSpPr>
          <p:nvPr/>
        </p:nvCxnSpPr>
        <p:spPr>
          <a:xfrm>
            <a:off x="2079321" y="5978646"/>
            <a:ext cx="13465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87F0017D-057A-7423-4E1E-AF7C5FF1FB58}"/>
              </a:ext>
            </a:extLst>
          </p:cNvPr>
          <p:cNvSpPr txBox="1"/>
          <p:nvPr/>
        </p:nvSpPr>
        <p:spPr>
          <a:xfrm>
            <a:off x="2818356" y="5699342"/>
            <a:ext cx="270265"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2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No</a:t>
            </a:r>
          </a:p>
        </p:txBody>
      </p:sp>
      <p:sp>
        <p:nvSpPr>
          <p:cNvPr id="92" name="TextBox 91">
            <a:extLst>
              <a:ext uri="{FF2B5EF4-FFF2-40B4-BE49-F238E27FC236}">
                <a16:creationId xmlns:a16="http://schemas.microsoft.com/office/drawing/2014/main" id="{96BD6E0C-B182-DFCB-62E8-9CA2DBD8355A}"/>
              </a:ext>
            </a:extLst>
          </p:cNvPr>
          <p:cNvSpPr txBox="1"/>
          <p:nvPr/>
        </p:nvSpPr>
        <p:spPr>
          <a:xfrm>
            <a:off x="1114816" y="5336088"/>
            <a:ext cx="1265129"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IN" sz="12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If Authenticated</a:t>
            </a:r>
          </a:p>
        </p:txBody>
      </p:sp>
      <p:cxnSp>
        <p:nvCxnSpPr>
          <p:cNvPr id="10" name="Straight Arrow Connector 9">
            <a:extLst>
              <a:ext uri="{FF2B5EF4-FFF2-40B4-BE49-F238E27FC236}">
                <a16:creationId xmlns:a16="http://schemas.microsoft.com/office/drawing/2014/main" id="{3DF8C1AA-DE55-939D-583D-AB395133530A}"/>
              </a:ext>
            </a:extLst>
          </p:cNvPr>
          <p:cNvCxnSpPr>
            <a:stCxn id="6" idx="3"/>
            <a:endCxn id="12" idx="1"/>
          </p:cNvCxnSpPr>
          <p:nvPr/>
        </p:nvCxnSpPr>
        <p:spPr>
          <a:xfrm flipV="1">
            <a:off x="3834643" y="2695936"/>
            <a:ext cx="536940" cy="22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412934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4B013-FC08-5E82-02D6-A41C5F5A2F4D}"/>
              </a:ext>
            </a:extLst>
          </p:cNvPr>
          <p:cNvSpPr>
            <a:spLocks noGrp="1"/>
          </p:cNvSpPr>
          <p:nvPr>
            <p:ph type="title"/>
          </p:nvPr>
        </p:nvSpPr>
        <p:spPr>
          <a:xfrm>
            <a:off x="457200" y="1395094"/>
            <a:ext cx="8229600" cy="1508126"/>
          </a:xfrm>
        </p:spPr>
        <p:txBody>
          <a:bodyPr/>
          <a:lstStyle/>
          <a:p>
            <a:r>
              <a:rPr lang="en-IN" sz="3200" dirty="0"/>
              <a:t>MODULES</a:t>
            </a:r>
          </a:p>
        </p:txBody>
      </p:sp>
      <p:sp>
        <p:nvSpPr>
          <p:cNvPr id="3" name="TextBox 2">
            <a:extLst>
              <a:ext uri="{FF2B5EF4-FFF2-40B4-BE49-F238E27FC236}">
                <a16:creationId xmlns:a16="http://schemas.microsoft.com/office/drawing/2014/main" id="{8E5691E8-8E17-5894-BBE5-E1A1964E60B4}"/>
              </a:ext>
            </a:extLst>
          </p:cNvPr>
          <p:cNvSpPr txBox="1"/>
          <p:nvPr/>
        </p:nvSpPr>
        <p:spPr>
          <a:xfrm>
            <a:off x="1036320" y="2994660"/>
            <a:ext cx="6728460" cy="2308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marR="0" indent="-342900" algn="l" defTabSz="914400" rtl="0" fontAlgn="auto" latinLnBrk="0" hangingPunct="0">
              <a:lnSpc>
                <a:spcPct val="100000"/>
              </a:lnSpc>
              <a:spcBef>
                <a:spcPts val="0"/>
              </a:spcBef>
              <a:spcAft>
                <a:spcPts val="0"/>
              </a:spcAft>
              <a:buClrTx/>
              <a:buSzTx/>
              <a:buFontTx/>
              <a:buAutoNum type="arabicPeriod"/>
              <a:tabLst/>
            </a:pPr>
            <a:r>
              <a:rPr kumimoji="0" lang="en-IN" sz="24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IMAGE ACCUSATION.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lang="en-IN" sz="2400" dirty="0">
                <a:latin typeface="Calibri Light" panose="020F0302020204030204" pitchFamily="34" charset="0"/>
                <a:cs typeface="Calibri Light" panose="020F0302020204030204" pitchFamily="34" charset="0"/>
              </a:rPr>
              <a:t>PRE-PROCESSING.</a:t>
            </a:r>
          </a:p>
          <a:p>
            <a:pPr marL="342900" marR="0" indent="-342900" algn="l" defTabSz="914400" rtl="0" fontAlgn="auto" latinLnBrk="0" hangingPunct="0">
              <a:lnSpc>
                <a:spcPct val="100000"/>
              </a:lnSpc>
              <a:spcBef>
                <a:spcPts val="0"/>
              </a:spcBef>
              <a:spcAft>
                <a:spcPts val="0"/>
              </a:spcAft>
              <a:buClrTx/>
              <a:buSzTx/>
              <a:buFontTx/>
              <a:buAutoNum type="arabicPeriod"/>
              <a:tabLst/>
            </a:pPr>
            <a:r>
              <a:rPr kumimoji="0" lang="en-IN" sz="24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IMPROVE MORPHOLOGY – ROI SEGMENTATION.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lang="en-IN" sz="2400" dirty="0">
                <a:latin typeface="Calibri Light" panose="020F0302020204030204" pitchFamily="34" charset="0"/>
                <a:cs typeface="Calibri Light" panose="020F0302020204030204" pitchFamily="34" charset="0"/>
              </a:rPr>
              <a:t>CLASSIFICATION.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kumimoji="0" lang="en-IN" sz="24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AUTHENTICATION.</a:t>
            </a:r>
          </a:p>
          <a:p>
            <a:pPr marL="342900" marR="0" indent="-342900" algn="l" defTabSz="914400" rtl="0" fontAlgn="auto" latinLnBrk="0" hangingPunct="0">
              <a:lnSpc>
                <a:spcPct val="100000"/>
              </a:lnSpc>
              <a:spcBef>
                <a:spcPts val="0"/>
              </a:spcBef>
              <a:spcAft>
                <a:spcPts val="0"/>
              </a:spcAft>
              <a:buClrTx/>
              <a:buSzTx/>
              <a:buFontTx/>
              <a:buAutoNum type="arabicPeriod"/>
              <a:tabLst/>
            </a:pPr>
            <a:endParaRPr kumimoji="0" lang="en-IN" sz="24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endParaRPr>
          </a:p>
        </p:txBody>
      </p:sp>
    </p:spTree>
    <p:extLst>
      <p:ext uri="{BB962C8B-B14F-4D97-AF65-F5344CB8AC3E}">
        <p14:creationId xmlns:p14="http://schemas.microsoft.com/office/powerpoint/2010/main" val="251783317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174" y="1436631"/>
            <a:ext cx="4900474" cy="392170"/>
          </a:xfrm>
        </p:spPr>
        <p:txBody>
          <a:bodyPr/>
          <a:lstStyle/>
          <a:p>
            <a:pPr algn="l"/>
            <a:r>
              <a:rPr lang="en-US" dirty="0"/>
              <a:t>Modules and its explanation</a:t>
            </a:r>
          </a:p>
        </p:txBody>
      </p:sp>
      <p:sp>
        <p:nvSpPr>
          <p:cNvPr id="3" name="TextBox 2">
            <a:extLst>
              <a:ext uri="{FF2B5EF4-FFF2-40B4-BE49-F238E27FC236}">
                <a16:creationId xmlns:a16="http://schemas.microsoft.com/office/drawing/2014/main" id="{68BAB02A-5FDE-08A8-C0C5-3AA81D2BC48A}"/>
              </a:ext>
            </a:extLst>
          </p:cNvPr>
          <p:cNvSpPr txBox="1"/>
          <p:nvPr/>
        </p:nvSpPr>
        <p:spPr>
          <a:xfrm>
            <a:off x="621437" y="2059621"/>
            <a:ext cx="7901126" cy="386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Aft>
                <a:spcPts val="1000"/>
              </a:spcAft>
            </a:pPr>
            <a:r>
              <a:rPr lang="en-IN" sz="1800" b="1" dirty="0">
                <a:effectLst/>
                <a:latin typeface="Times New Roman" panose="02020603050405020304" pitchFamily="18" charset="0"/>
                <a:ea typeface="Calibri" panose="020F0502020204030204" pitchFamily="34" charset="0"/>
                <a:cs typeface="Latha" panose="020B0604020202020204" pitchFamily="34" charset="0"/>
              </a:rPr>
              <a:t>Image Acquisition:</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pPr>
            <a:r>
              <a:rPr lang="en-IN" sz="1600" dirty="0">
                <a:effectLst/>
                <a:latin typeface="Times New Roman" panose="02020603050405020304" pitchFamily="18" charset="0"/>
                <a:ea typeface="Calibri" panose="020F0502020204030204" pitchFamily="34" charset="0"/>
                <a:cs typeface="Latha" panose="020B0604020202020204" pitchFamily="34" charset="0"/>
              </a:rPr>
              <a:t>	</a:t>
            </a:r>
            <a:r>
              <a:rPr lang="en-IN" sz="1600" dirty="0">
                <a:effectLst/>
                <a:latin typeface="Calibri Light" panose="020F0302020204030204" pitchFamily="34" charset="0"/>
                <a:ea typeface="Calibri" panose="020F0502020204030204" pitchFamily="34" charset="0"/>
                <a:cs typeface="Calibri Light" panose="020F0302020204030204" pitchFamily="34" charset="0"/>
              </a:rPr>
              <a:t>Image Acquisition is a process of getting an input image for the process of automatic detection of handwritten text using Digital Image Processing.</a:t>
            </a:r>
          </a:p>
          <a:p>
            <a:pPr algn="just">
              <a:lnSpc>
                <a:spcPct val="150000"/>
              </a:lnSpc>
              <a:spcAft>
                <a:spcPts val="1000"/>
              </a:spcAft>
            </a:pPr>
            <a:r>
              <a:rPr lang="en-IN" sz="1800" dirty="0">
                <a:effectLst/>
                <a:latin typeface="Times New Roman" panose="02020603050405020304" pitchFamily="18" charset="0"/>
                <a:ea typeface="Calibri" panose="020F0502020204030204" pitchFamily="34" charset="0"/>
                <a:cs typeface="Latha" panose="020B0604020202020204" pitchFamily="34" charset="0"/>
              </a:rPr>
              <a:t> </a:t>
            </a:r>
            <a:r>
              <a:rPr lang="en-IN" sz="1800" b="1" dirty="0">
                <a:effectLst/>
                <a:latin typeface="Times New Roman" panose="02020603050405020304" pitchFamily="18" charset="0"/>
                <a:ea typeface="Calibri" panose="020F0502020204030204" pitchFamily="34" charset="0"/>
                <a:cs typeface="Latha" panose="020B0604020202020204" pitchFamily="34" charset="0"/>
              </a:rPr>
              <a:t>Pre processing:</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pPr>
            <a:r>
              <a:rPr lang="en-IN" sz="1600" dirty="0">
                <a:effectLst/>
                <a:latin typeface="Times New Roman" panose="02020603050405020304" pitchFamily="18" charset="0"/>
                <a:ea typeface="Calibri" panose="020F0502020204030204" pitchFamily="34" charset="0"/>
                <a:cs typeface="Latha" panose="020B0604020202020204" pitchFamily="34" charset="0"/>
              </a:rPr>
              <a:t>	</a:t>
            </a:r>
            <a:r>
              <a:rPr lang="en-IN" sz="16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Pre-processing is a common name for operations with images at the lowest level of abstraction both input and output are intensity images. The aim of pre-</a:t>
            </a:r>
            <a:r>
              <a:rPr lang="en-IN" sz="16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sym typeface="Symbol" panose="05050102010706020507" pitchFamily="18" charset="2"/>
              </a:rPr>
              <a:t></a:t>
            </a:r>
            <a:r>
              <a:rPr lang="en-IN" sz="16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.processing is an improvement of the image data that suppresses unwanted distortions or enhances some image features important for further processing.</a:t>
            </a:r>
            <a:endParaRPr lang="en-IN" sz="1600" dirty="0">
              <a:effectLst/>
              <a:latin typeface="Calibri Light" panose="020F0302020204030204" pitchFamily="34" charset="0"/>
              <a:ea typeface="Calibri" panose="020F0502020204030204" pitchFamily="34" charset="0"/>
              <a:cs typeface="Calibri Light" panose="020F0302020204030204" pitchFamily="34" charset="0"/>
            </a:endParaRP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CDBF27-78C7-60D1-2DCE-58064E48756A}"/>
              </a:ext>
            </a:extLst>
          </p:cNvPr>
          <p:cNvSpPr txBox="1"/>
          <p:nvPr/>
        </p:nvSpPr>
        <p:spPr>
          <a:xfrm>
            <a:off x="670930" y="1501162"/>
            <a:ext cx="7984798" cy="45831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spcAft>
                <a:spcPts val="1000"/>
              </a:spcAft>
            </a:pPr>
            <a:r>
              <a:rPr lang="en-IN" sz="1400" b="1" dirty="0">
                <a:solidFill>
                  <a:srgbClr val="000000"/>
                </a:solidFill>
                <a:effectLst/>
                <a:latin typeface="Times New Roman" panose="02020603050405020304" pitchFamily="18" charset="0"/>
                <a:ea typeface="Calibri" panose="020F0502020204030204" pitchFamily="34" charset="0"/>
                <a:cs typeface="Latha" panose="020B0604020202020204" pitchFamily="34" charset="0"/>
              </a:rPr>
              <a:t>ROI Segmentation:</a:t>
            </a: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marL="342900" indent="-342900" algn="just">
              <a:lnSpc>
                <a:spcPct val="150000"/>
              </a:lnSpc>
              <a:spcBef>
                <a:spcPts val="600"/>
              </a:spcBef>
              <a:spcAft>
                <a:spcPts val="600"/>
              </a:spcAft>
              <a:buFont typeface="+mj-lt"/>
              <a:buAutoNum type="arabicPeriod"/>
            </a:pPr>
            <a:r>
              <a:rPr lang="en-IN" dirty="0">
                <a:latin typeface="Calibri Light" panose="020F0302020204030204" pitchFamily="34" charset="0"/>
                <a:ea typeface="Times New Roman" panose="02020603050405020304" pitchFamily="18" charset="0"/>
                <a:cs typeface="Calibri Light" panose="020F0302020204030204" pitchFamily="34" charset="0"/>
              </a:rPr>
              <a:t>I</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mage segmentation is the process of partitioning a </a:t>
            </a:r>
            <a:r>
              <a:rPr lang="en-IN" dirty="0">
                <a:latin typeface="Calibri Light" panose="020F0302020204030204" pitchFamily="34" charset="0"/>
                <a:ea typeface="Times New Roman" panose="02020603050405020304" pitchFamily="18" charset="0"/>
                <a:cs typeface="Calibri Light" panose="020F0302020204030204" pitchFamily="34" charset="0"/>
              </a:rPr>
              <a:t>digital image</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into multiple segments and is the first step of image analysis.</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The goal of segmentation is to simplify and/or change the representation of an image into something that is more meaningful and easier to </a:t>
            </a:r>
            <a:r>
              <a:rPr lang="en-IN" sz="1400" dirty="0" err="1">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analyze</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Image segmentation is typically used to locate objects and </a:t>
            </a:r>
            <a:r>
              <a:rPr lang="en-IN" dirty="0">
                <a:latin typeface="Calibri Light" panose="020F0302020204030204" pitchFamily="34" charset="0"/>
                <a:ea typeface="Times New Roman" panose="02020603050405020304" pitchFamily="18" charset="0"/>
                <a:cs typeface="Calibri Light" panose="020F0302020204030204" pitchFamily="34" charset="0"/>
              </a:rPr>
              <a:t>boundaries</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in images.</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The result of image segmentation is a set of segments that collectively cover the entire image, or a set of </a:t>
            </a:r>
            <a:r>
              <a:rPr lang="en-IN" dirty="0">
                <a:latin typeface="Calibri Light" panose="020F0302020204030204" pitchFamily="34" charset="0"/>
                <a:ea typeface="Times New Roman" panose="02020603050405020304" pitchFamily="18" charset="0"/>
                <a:cs typeface="Calibri Light" panose="020F0302020204030204" pitchFamily="34" charset="0"/>
              </a:rPr>
              <a:t>contours</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extracted from the image.</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The image segmentation can be classified into two basic types: Local segmentation and Global segmentation.</a:t>
            </a:r>
            <a:endParaRPr lang="en-IN" sz="1400" dirty="0">
              <a:effectLst/>
              <a:latin typeface="Calibri Light" panose="020F0302020204030204" pitchFamily="34" charset="0"/>
              <a:ea typeface="Times New Roman" panose="02020603050405020304" pitchFamily="18" charset="0"/>
              <a:cs typeface="Calibri Light" panose="020F0302020204030204" pitchFamily="34" charset="0"/>
            </a:endParaRPr>
          </a:p>
          <a:p>
            <a:pPr algn="just">
              <a:lnSpc>
                <a:spcPct val="150000"/>
              </a:lnSpc>
              <a:spcBef>
                <a:spcPts val="600"/>
              </a:spcBef>
              <a:spcAft>
                <a:spcPts val="600"/>
              </a:spcAft>
            </a:pP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4728387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391B7B-3213-6B49-AC1D-53821ACFB20A}"/>
              </a:ext>
            </a:extLst>
          </p:cNvPr>
          <p:cNvSpPr txBox="1"/>
          <p:nvPr/>
        </p:nvSpPr>
        <p:spPr>
          <a:xfrm>
            <a:off x="550416" y="1307238"/>
            <a:ext cx="8229600" cy="5883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Bef>
                <a:spcPts val="600"/>
              </a:spcBef>
              <a:spcAft>
                <a:spcPts val="600"/>
              </a:spcAft>
            </a:pPr>
            <a:r>
              <a:rPr lang="en-IN" sz="1400" b="1" dirty="0">
                <a:solidFill>
                  <a:srgbClr val="000000"/>
                </a:solidFill>
                <a:effectLst/>
                <a:latin typeface="Times New Roman" panose="02020603050405020304" pitchFamily="18" charset="0"/>
                <a:ea typeface="Times New Roman" panose="02020603050405020304" pitchFamily="18" charset="0"/>
              </a:rPr>
              <a:t>Improved Morphological Segmentation :</a:t>
            </a:r>
            <a:endParaRPr lang="en-IN" sz="1400" dirty="0">
              <a:effectLst/>
              <a:latin typeface="Times New Roman" panose="02020603050405020304" pitchFamily="18" charset="0"/>
              <a:ea typeface="Times New Roman" panose="02020603050405020304" pitchFamily="18" charset="0"/>
            </a:endParaRPr>
          </a:p>
          <a:p>
            <a:pPr marL="342900" indent="-342900" algn="just">
              <a:lnSpc>
                <a:spcPct val="150000"/>
              </a:lnSpc>
              <a:spcAft>
                <a:spcPts val="1000"/>
              </a:spcAft>
              <a:buFont typeface="+mj-lt"/>
              <a:buAutoNum type="arabicPeriod"/>
            </a:pP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After the </a:t>
            </a:r>
            <a:r>
              <a:rPr lang="en-IN" sz="1400" dirty="0" err="1">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preprocessing</a:t>
            </a: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segmentation will be done to broke the images into sub images containing  individual characters. Erosion and Dilation</a:t>
            </a:r>
            <a:r>
              <a:rPr lang="en-IN" sz="1400" b="1"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a:t>
            </a: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are morphological image processing operations. Morphological image processing basically deals with modifying geometric structures in the image. </a:t>
            </a:r>
          </a:p>
          <a:p>
            <a:pPr marL="342900" indent="-342900" algn="just">
              <a:lnSpc>
                <a:spcPct val="150000"/>
              </a:lnSpc>
              <a:spcAft>
                <a:spcPts val="1000"/>
              </a:spcAft>
              <a:buFont typeface="+mj-lt"/>
              <a:buAutoNum type="arabicPeriod"/>
            </a:pP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Erosion basically strips out the outermost layer of pixels in a structure, where as dilation adds an extra layer of pixels on a structure. </a:t>
            </a:r>
            <a:r>
              <a:rPr lang="en-IN" sz="1400" dirty="0">
                <a:effectLst/>
                <a:latin typeface="Calibri Light" panose="020F0302020204030204" pitchFamily="34" charset="0"/>
                <a:ea typeface="Calibri" panose="020F0502020204030204" pitchFamily="34" charset="0"/>
                <a:cs typeface="Calibri Light" panose="020F0302020204030204" pitchFamily="34" charset="0"/>
              </a:rPr>
              <a:t> </a:t>
            </a:r>
          </a:p>
          <a:p>
            <a:pPr marL="342900" indent="-342900" algn="just">
              <a:lnSpc>
                <a:spcPct val="150000"/>
              </a:lnSpc>
              <a:spcAft>
                <a:spcPts val="1000"/>
              </a:spcAft>
              <a:buFont typeface="+mj-lt"/>
              <a:buAutoNum type="arabicPeriod"/>
            </a:pP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After that, we need to create a bounding box for each character of the word it means where ever pixel values are 1 it will create rectangle bounding box.</a:t>
            </a:r>
          </a:p>
          <a:p>
            <a:pPr marL="342900" indent="-342900" algn="just">
              <a:lnSpc>
                <a:spcPct val="150000"/>
              </a:lnSpc>
              <a:spcAft>
                <a:spcPts val="1000"/>
              </a:spcAft>
              <a:buFont typeface="+mj-lt"/>
              <a:buAutoNum type="arabicPeriod"/>
            </a:pP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Bounding box is merely the coordinates of the rectangular border that fully encloses a digital image</a:t>
            </a:r>
            <a:r>
              <a:rPr lang="en-IN" sz="1400" b="1"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a:t>
            </a: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when it is placed over a page, a canvas, a screen or other similar bidimensional background.</a:t>
            </a:r>
          </a:p>
          <a:p>
            <a:pPr marL="342900" indent="-342900" algn="just">
              <a:lnSpc>
                <a:spcPct val="150000"/>
              </a:lnSpc>
              <a:spcAft>
                <a:spcPts val="1000"/>
              </a:spcAft>
              <a:buFont typeface="+mj-lt"/>
              <a:buAutoNum type="arabicPeriod"/>
            </a:pP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To facilitate this, all finite shapes defined by planar have a </a:t>
            </a:r>
            <a:r>
              <a:rPr lang="en-IN" sz="1400" dirty="0" err="1">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bounding_box</a:t>
            </a:r>
            <a:r>
              <a:rPr lang="en-IN" sz="1400" dirty="0">
                <a:solidFill>
                  <a:srgbClr val="000000"/>
                </a:solidFill>
                <a:effectLst/>
                <a:latin typeface="Calibri Light" panose="020F0302020204030204" pitchFamily="34" charset="0"/>
                <a:ea typeface="Calibri" panose="020F0502020204030204" pitchFamily="34" charset="0"/>
                <a:cs typeface="Calibri Light" panose="020F0302020204030204" pitchFamily="34" charset="0"/>
              </a:rPr>
              <a:t> attribute which returns the smallest Bounding Box object that completely contains the shape. </a:t>
            </a:r>
            <a:r>
              <a:rPr lang="en-US" sz="1400" dirty="0">
                <a:effectLst/>
                <a:latin typeface="Times New Roman" panose="02020603050405020304" pitchFamily="18" charset="0"/>
                <a:ea typeface="Calibri" panose="020F0502020204030204" pitchFamily="34" charset="0"/>
                <a:cs typeface="Latha" panose="020B0604020202020204" pitchFamily="34" charset="0"/>
              </a:rPr>
              <a:t> </a:t>
            </a: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pP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pP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8268253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51FE75-8ECE-4D9E-D06B-BF395DBD2D8E}"/>
              </a:ext>
            </a:extLst>
          </p:cNvPr>
          <p:cNvSpPr txBox="1"/>
          <p:nvPr/>
        </p:nvSpPr>
        <p:spPr>
          <a:xfrm>
            <a:off x="643890" y="1216527"/>
            <a:ext cx="7856220" cy="53655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Bef>
                <a:spcPts val="600"/>
              </a:spcBef>
              <a:spcAft>
                <a:spcPts val="600"/>
              </a:spcAft>
            </a:pPr>
            <a:r>
              <a:rPr lang="en-IN" sz="1400" b="1" dirty="0">
                <a:solidFill>
                  <a:srgbClr val="000000"/>
                </a:solidFill>
                <a:effectLst/>
                <a:latin typeface="Times New Roman" panose="02020603050405020304" pitchFamily="18" charset="0"/>
                <a:ea typeface="Times New Roman" panose="02020603050405020304" pitchFamily="18" charset="0"/>
              </a:rPr>
              <a:t>Classification:</a:t>
            </a:r>
            <a:endParaRPr lang="en-IN" sz="1400" dirty="0">
              <a:effectLst/>
              <a:latin typeface="Times New Roman" panose="02020603050405020304" pitchFamily="18" charset="0"/>
              <a:ea typeface="Times New Roman" panose="02020603050405020304" pitchFamily="18" charset="0"/>
            </a:endParaRP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Image classification </a:t>
            </a:r>
            <a:r>
              <a:rPr lang="en-IN" sz="1400" dirty="0" err="1">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analyzes</a:t>
            </a: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the numerical properties of various image features and organizes data into categories. </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Classification algorithms typically employ two phases of processing: training and testing. </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In the initial training phase, characteristic properties of typical image features are isolated and, based on these, a unique description of each classification category training class, is created.</a:t>
            </a:r>
          </a:p>
          <a:p>
            <a:pPr marL="342900" indent="-342900" algn="just">
              <a:lnSpc>
                <a:spcPct val="150000"/>
              </a:lnSpc>
              <a:spcBef>
                <a:spcPts val="600"/>
              </a:spcBef>
              <a:spcAft>
                <a:spcPts val="600"/>
              </a:spcAft>
              <a:buFont typeface="+mj-lt"/>
              <a:buAutoNum type="arabicPeriod"/>
            </a:pPr>
            <a:r>
              <a:rPr lang="en-IN" sz="1400" dirty="0">
                <a:solidFill>
                  <a:srgbClr val="000000"/>
                </a:solidFill>
                <a:effectLst/>
                <a:latin typeface="Calibri Light" panose="020F0302020204030204" pitchFamily="34" charset="0"/>
                <a:ea typeface="Times New Roman" panose="02020603050405020304" pitchFamily="18" charset="0"/>
                <a:cs typeface="Calibri Light" panose="020F0302020204030204" pitchFamily="34" charset="0"/>
              </a:rPr>
              <a:t> In the subsequent testing phase, these feature-space partitions are used to classify image features. </a:t>
            </a:r>
            <a:endParaRPr lang="en-IN" sz="1400" dirty="0">
              <a:effectLst/>
              <a:latin typeface="Calibri Light" panose="020F0302020204030204" pitchFamily="34" charset="0"/>
              <a:ea typeface="Times New Roman" panose="02020603050405020304" pitchFamily="18" charset="0"/>
              <a:cs typeface="Calibri Light" panose="020F0302020204030204" pitchFamily="34" charset="0"/>
            </a:endParaRPr>
          </a:p>
          <a:p>
            <a:pPr algn="just">
              <a:lnSpc>
                <a:spcPct val="150000"/>
              </a:lnSpc>
              <a:spcBef>
                <a:spcPts val="600"/>
              </a:spcBef>
              <a:spcAft>
                <a:spcPts val="600"/>
              </a:spcAft>
            </a:pPr>
            <a:r>
              <a:rPr lang="en-IN" sz="1400" b="1" dirty="0">
                <a:solidFill>
                  <a:srgbClr val="000000"/>
                </a:solidFill>
                <a:effectLst/>
                <a:latin typeface="Times New Roman" panose="02020603050405020304" pitchFamily="18" charset="0"/>
                <a:ea typeface="Times New Roman" panose="02020603050405020304" pitchFamily="18" charset="0"/>
              </a:rPr>
              <a:t>Convolutional Neural Networks:</a:t>
            </a:r>
            <a:endParaRPr lang="en-IN" sz="1400" dirty="0">
              <a:effectLst/>
              <a:latin typeface="Times New Roman" panose="02020603050405020304" pitchFamily="18" charset="0"/>
              <a:ea typeface="Times New Roman" panose="02020603050405020304" pitchFamily="18" charset="0"/>
            </a:endParaRPr>
          </a:p>
          <a:p>
            <a:pPr marL="342900" indent="-342900" algn="just">
              <a:lnSpc>
                <a:spcPct val="150000"/>
              </a:lnSpc>
              <a:spcAft>
                <a:spcPts val="1000"/>
              </a:spcAft>
              <a:buFont typeface="+mj-lt"/>
              <a:buAutoNum type="arabicPeriod"/>
            </a:pPr>
            <a:r>
              <a:rPr lang="en-IN" sz="1400" dirty="0">
                <a:effectLst/>
                <a:latin typeface="Calibri Light" panose="020F0302020204030204" pitchFamily="34" charset="0"/>
                <a:ea typeface="Calibri" panose="020F0502020204030204" pitchFamily="34" charset="0"/>
                <a:cs typeface="Calibri Light" panose="020F0302020204030204" pitchFamily="34" charset="0"/>
              </a:rPr>
              <a:t>Recognition of handwritten digits was one of the first application where CNN architecture was successfully implemented. </a:t>
            </a:r>
          </a:p>
          <a:p>
            <a:pPr marL="342900" indent="-342900" algn="just">
              <a:lnSpc>
                <a:spcPct val="150000"/>
              </a:lnSpc>
              <a:spcAft>
                <a:spcPts val="1000"/>
              </a:spcAft>
              <a:buFont typeface="+mj-lt"/>
              <a:buAutoNum type="arabicPeriod"/>
            </a:pPr>
            <a:r>
              <a:rPr lang="en-IN" sz="1400" dirty="0">
                <a:effectLst/>
                <a:latin typeface="Calibri Light" panose="020F0302020204030204" pitchFamily="34" charset="0"/>
                <a:ea typeface="Calibri" panose="020F0502020204030204" pitchFamily="34" charset="0"/>
                <a:cs typeface="Calibri Light" panose="020F0302020204030204" pitchFamily="34" charset="0"/>
              </a:rPr>
              <a:t>Convolutional Neural Networks are mostly used in the ImageNet Challenge with various combinations of datasets of sketches.</a:t>
            </a: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624063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s://miro.medium.com/max/2000/1*vkQ0hXDaQv57sALXAJquxA.jpeg">
            <a:extLst>
              <a:ext uri="{FF2B5EF4-FFF2-40B4-BE49-F238E27FC236}">
                <a16:creationId xmlns:a16="http://schemas.microsoft.com/office/drawing/2014/main" id="{09778CBA-D122-6C93-4C71-04644E58D9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414" y="3052482"/>
            <a:ext cx="7578671" cy="28318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76202-F69E-F89D-1F9A-B7F96875AEC2}"/>
              </a:ext>
            </a:extLst>
          </p:cNvPr>
          <p:cNvSpPr txBox="1"/>
          <p:nvPr/>
        </p:nvSpPr>
        <p:spPr>
          <a:xfrm>
            <a:off x="793375" y="1694329"/>
            <a:ext cx="7140389" cy="8617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600" dirty="0">
                <a:latin typeface="Calibri Light" panose="020F0302020204030204" pitchFamily="34" charset="0"/>
                <a:cs typeface="Calibri Light" panose="020F0302020204030204" pitchFamily="34" charset="0"/>
              </a:rPr>
              <a:t>convolution neural network has multiple hidden layers that help in extracting information from an image. The four important steps in CNN are: </a:t>
            </a:r>
          </a:p>
          <a:p>
            <a:pPr marL="342900" indent="-342900"/>
            <a:endParaRPr kumimoji="0" lang="en-US"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60859932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CF2CAE-9ABD-2405-5F3B-5AED53808DCF}"/>
              </a:ext>
            </a:extLst>
          </p:cNvPr>
          <p:cNvSpPr txBox="1"/>
          <p:nvPr/>
        </p:nvSpPr>
        <p:spPr>
          <a:xfrm>
            <a:off x="571160" y="1114880"/>
            <a:ext cx="7760677" cy="55348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Aft>
                <a:spcPts val="1000"/>
              </a:spcAft>
            </a:pPr>
            <a:endParaRPr lang="en-US" dirty="0"/>
          </a:p>
          <a:p>
            <a:pPr algn="just">
              <a:lnSpc>
                <a:spcPct val="150000"/>
              </a:lnSpc>
              <a:spcAft>
                <a:spcPts val="1000"/>
              </a:spcAft>
            </a:pPr>
            <a:r>
              <a:rPr lang="en-US" b="1" dirty="0"/>
              <a:t>Input Layer: </a:t>
            </a:r>
            <a:r>
              <a:rPr lang="en-US" dirty="0">
                <a:latin typeface="Calibri Light" panose="020F0302020204030204" pitchFamily="34" charset="0"/>
                <a:cs typeface="Calibri Light" panose="020F0302020204030204" pitchFamily="34" charset="0"/>
              </a:rPr>
              <a:t>The input layer of the architecture takes the input from the dataset. </a:t>
            </a:r>
          </a:p>
          <a:p>
            <a:pPr algn="just">
              <a:lnSpc>
                <a:spcPct val="150000"/>
              </a:lnSpc>
              <a:spcAft>
                <a:spcPts val="1000"/>
              </a:spcAft>
            </a:pPr>
            <a:r>
              <a:rPr lang="en-US" b="1" dirty="0"/>
              <a:t>Convolution Layer: </a:t>
            </a:r>
            <a:r>
              <a:rPr lang="en-US" dirty="0">
                <a:latin typeface="Calibri Light" panose="020F0302020204030204" pitchFamily="34" charset="0"/>
                <a:cs typeface="Calibri Light" panose="020F0302020204030204" pitchFamily="34" charset="0"/>
              </a:rPr>
              <a:t>Convolution layer performs the convolution operation on the image to extract the features from the image. A weighted matrix is formed using the input image and the kernel</a:t>
            </a:r>
          </a:p>
          <a:p>
            <a:pPr algn="just">
              <a:lnSpc>
                <a:spcPct val="150000"/>
              </a:lnSpc>
              <a:spcAft>
                <a:spcPts val="1000"/>
              </a:spcAft>
            </a:pPr>
            <a:r>
              <a:rPr lang="en-IN" b="1" dirty="0">
                <a:effectLst/>
                <a:latin typeface="Times New Roman" panose="02020603050405020304" pitchFamily="18" charset="0"/>
                <a:ea typeface="Calibri" panose="020F0502020204030204" pitchFamily="34" charset="0"/>
                <a:cs typeface="Latha" panose="020B0604020202020204" pitchFamily="34" charset="0"/>
              </a:rPr>
              <a:t>Pooling</a:t>
            </a:r>
            <a:r>
              <a:rPr lang="en-IN" dirty="0">
                <a:effectLst/>
                <a:latin typeface="Times New Roman" panose="02020603050405020304" pitchFamily="18" charset="0"/>
                <a:ea typeface="Calibri" panose="020F0502020204030204" pitchFamily="34" charset="0"/>
                <a:cs typeface="Latha" panose="020B0604020202020204" pitchFamily="34" charset="0"/>
              </a:rPr>
              <a:t> </a:t>
            </a:r>
            <a:r>
              <a:rPr lang="en-IN" b="1" dirty="0">
                <a:effectLst/>
                <a:latin typeface="Times New Roman" panose="02020603050405020304" pitchFamily="18" charset="0"/>
                <a:ea typeface="Calibri" panose="020F0502020204030204" pitchFamily="34" charset="0"/>
                <a:cs typeface="Latha" panose="020B0604020202020204" pitchFamily="34" charset="0"/>
              </a:rPr>
              <a:t>Layer</a:t>
            </a:r>
            <a:r>
              <a:rPr lang="en-IN" dirty="0">
                <a:effectLst/>
                <a:latin typeface="Times New Roman" panose="02020603050405020304" pitchFamily="18" charset="0"/>
                <a:ea typeface="Calibri" panose="020F0502020204030204" pitchFamily="34" charset="0"/>
                <a:cs typeface="Latha" panose="020B0604020202020204" pitchFamily="34" charset="0"/>
              </a:rPr>
              <a:t>:</a:t>
            </a:r>
            <a:r>
              <a:rPr lang="en-US" dirty="0">
                <a:latin typeface="Calibri Light" panose="020F0302020204030204" pitchFamily="34" charset="0"/>
                <a:cs typeface="Calibri Light" panose="020F0302020204030204" pitchFamily="34" charset="0"/>
              </a:rPr>
              <a:t>Using the features obtained after convolution for classification, the pooling layer takes small rectangular blocks from the </a:t>
            </a:r>
            <a:r>
              <a:rPr lang="en-US" dirty="0" err="1">
                <a:latin typeface="Calibri Light" panose="020F0302020204030204" pitchFamily="34" charset="0"/>
                <a:cs typeface="Calibri Light" panose="020F0302020204030204" pitchFamily="34" charset="0"/>
              </a:rPr>
              <a:t>convolutional</a:t>
            </a:r>
            <a:r>
              <a:rPr lang="en-US" dirty="0">
                <a:latin typeface="Calibri Light" panose="020F0302020204030204" pitchFamily="34" charset="0"/>
                <a:cs typeface="Calibri Light" panose="020F0302020204030204" pitchFamily="34" charset="0"/>
              </a:rPr>
              <a:t> layer and subsamples it to produce a single output from that block.</a:t>
            </a:r>
          </a:p>
          <a:p>
            <a:pPr algn="just">
              <a:lnSpc>
                <a:spcPct val="150000"/>
              </a:lnSpc>
              <a:spcAft>
                <a:spcPts val="1000"/>
              </a:spcAft>
            </a:pPr>
            <a:r>
              <a:rPr lang="en-US" sz="1400" b="1" dirty="0">
                <a:effectLst/>
                <a:latin typeface="Calibri" panose="020F0502020204030204" pitchFamily="34" charset="0"/>
                <a:ea typeface="Calibri" panose="020F0502020204030204" pitchFamily="34" charset="0"/>
                <a:cs typeface="Latha" panose="020B0604020202020204" pitchFamily="34" charset="0"/>
              </a:rPr>
              <a:t> </a:t>
            </a:r>
            <a:r>
              <a:rPr lang="en-US" b="1" dirty="0"/>
              <a:t>Flatten Layer:  </a:t>
            </a:r>
            <a:r>
              <a:rPr lang="en-US" dirty="0">
                <a:latin typeface="Calibri Light" panose="020F0302020204030204" pitchFamily="34" charset="0"/>
                <a:cs typeface="Calibri Light" panose="020F0302020204030204" pitchFamily="34" charset="0"/>
              </a:rPr>
              <a:t>This layer transforms a two-dimensional feature matrix into a vector that can be fed into a fully connected neural network layer</a:t>
            </a:r>
            <a:r>
              <a:rPr lang="en-US" dirty="0"/>
              <a:t>.</a:t>
            </a: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pPr>
            <a:r>
              <a:rPr lang="en-IN" sz="1400" dirty="0">
                <a:effectLst/>
                <a:latin typeface="Times New Roman" panose="02020603050405020304" pitchFamily="18" charset="0"/>
                <a:ea typeface="Calibri" panose="020F0502020204030204" pitchFamily="34" charset="0"/>
                <a:cs typeface="Latha" panose="020B0604020202020204" pitchFamily="34" charset="0"/>
              </a:rPr>
              <a:t> </a:t>
            </a:r>
            <a:r>
              <a:rPr lang="en-IN" b="1" dirty="0">
                <a:effectLst/>
                <a:latin typeface="Times New Roman" panose="02020603050405020304" pitchFamily="18" charset="0"/>
                <a:ea typeface="Calibri" panose="020F0502020204030204" pitchFamily="34" charset="0"/>
                <a:cs typeface="Latha" panose="020B0604020202020204" pitchFamily="34" charset="0"/>
              </a:rPr>
              <a:t>Fully Connected Layer</a:t>
            </a:r>
            <a:r>
              <a:rPr lang="en-IN" dirty="0">
                <a:effectLst/>
                <a:latin typeface="Times New Roman" panose="02020603050405020304" pitchFamily="18" charset="0"/>
                <a:ea typeface="Calibri" panose="020F0502020204030204" pitchFamily="34" charset="0"/>
                <a:cs typeface="Latha" panose="020B0604020202020204" pitchFamily="34" charset="0"/>
              </a:rPr>
              <a:t>: </a:t>
            </a:r>
            <a:r>
              <a:rPr lang="en-IN" sz="1400" dirty="0">
                <a:effectLst/>
                <a:latin typeface="Calibri Light" panose="020F0302020204030204" pitchFamily="34" charset="0"/>
                <a:ea typeface="Calibri" panose="020F0502020204030204" pitchFamily="34" charset="0"/>
                <a:cs typeface="Calibri Light" panose="020F0302020204030204" pitchFamily="34" charset="0"/>
              </a:rPr>
              <a:t>The final layer is the fully connected layers which takes the high-level filtered images and translate them into categories with labels.</a:t>
            </a:r>
          </a:p>
          <a:p>
            <a:pPr algn="just">
              <a:lnSpc>
                <a:spcPct val="150000"/>
              </a:lnSpc>
              <a:spcAft>
                <a:spcPts val="1000"/>
              </a:spcAft>
            </a:pPr>
            <a:r>
              <a:rPr lang="en-IN" b="1" dirty="0">
                <a:latin typeface="Times New Roman" panose="02020603050405020304" pitchFamily="18" charset="0"/>
                <a:ea typeface="Calibri" panose="020F0502020204030204" pitchFamily="34" charset="0"/>
                <a:cs typeface="Latha" panose="020B0604020202020204" pitchFamily="34" charset="0"/>
              </a:rPr>
              <a:t>Soft max : </a:t>
            </a:r>
            <a:r>
              <a:rPr lang="en-US" dirty="0" err="1">
                <a:latin typeface="Calibri Light" panose="020F0302020204030204" pitchFamily="34" charset="0"/>
                <a:cs typeface="Calibri Light" panose="020F0302020204030204" pitchFamily="34" charset="0"/>
              </a:rPr>
              <a:t>softmax</a:t>
            </a:r>
            <a:r>
              <a:rPr lang="en-US" dirty="0">
                <a:latin typeface="Calibri Light" panose="020F0302020204030204" pitchFamily="34" charset="0"/>
                <a:cs typeface="Calibri Light" panose="020F0302020204030204" pitchFamily="34" charset="0"/>
              </a:rPr>
              <a:t> operations are useful to scale model outputs into probabilities.</a:t>
            </a:r>
            <a:endParaRPr lang="en-IN" sz="1400" dirty="0">
              <a:effectLst/>
              <a:latin typeface="Calibri Light" panose="020F0302020204030204" pitchFamily="34" charset="0"/>
              <a:ea typeface="Calibri" panose="020F0502020204030204" pitchFamily="34" charset="0"/>
              <a:cs typeface="Calibri Light" panose="020F0302020204030204" pitchFamily="34" charset="0"/>
            </a:endParaRPr>
          </a:p>
          <a:p>
            <a:pPr algn="just">
              <a:lnSpc>
                <a:spcPct val="150000"/>
              </a:lnSpc>
              <a:spcAft>
                <a:spcPts val="1000"/>
              </a:spcAft>
            </a:pP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8412111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97AE7A-B5A6-9A61-8657-36FF8AB38C21}"/>
              </a:ext>
            </a:extLst>
          </p:cNvPr>
          <p:cNvSpPr txBox="1"/>
          <p:nvPr/>
        </p:nvSpPr>
        <p:spPr>
          <a:xfrm>
            <a:off x="772357" y="1624615"/>
            <a:ext cx="7474998" cy="40010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IN" sz="1600" b="1" dirty="0"/>
              <a:t>Steps involved  in  proposed method</a:t>
            </a:r>
          </a:p>
          <a:p>
            <a:endParaRPr kumimoji="0" lang="en-IN" sz="1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a:p>
            <a:endParaRPr lang="en-IN" b="1" dirty="0"/>
          </a:p>
          <a:p>
            <a:pPr marL="342900" indent="-342900">
              <a:buFont typeface="+mj-lt"/>
              <a:buAutoNum type="arabicPeriod"/>
            </a:pPr>
            <a:r>
              <a:rPr lang="en-IN" dirty="0">
                <a:latin typeface="Calibri Light" panose="020F0302020204030204" pitchFamily="34" charset="0"/>
                <a:cs typeface="Calibri Light" panose="020F0302020204030204" pitchFamily="34" charset="0"/>
              </a:rPr>
              <a:t>Creating training and testing dataset , super classes images used for training is resized pixels for </a:t>
            </a:r>
            <a:r>
              <a:rPr lang="en-IN" dirty="0" err="1">
                <a:latin typeface="Calibri Light" panose="020F0302020204030204" pitchFamily="34" charset="0"/>
                <a:cs typeface="Calibri Light" panose="020F0302020204030204" pitchFamily="34" charset="0"/>
              </a:rPr>
              <a:t>AlexNet</a:t>
            </a:r>
            <a:r>
              <a:rPr lang="en-IN" dirty="0">
                <a:latin typeface="Calibri Light" panose="020F0302020204030204" pitchFamily="34" charset="0"/>
                <a:cs typeface="Calibri Light" panose="020F0302020204030204" pitchFamily="34" charset="0"/>
              </a:rPr>
              <a:t> and pixels </a:t>
            </a:r>
            <a:r>
              <a:rPr lang="en-IN" dirty="0" err="1">
                <a:latin typeface="Calibri Light" panose="020F0302020204030204" pitchFamily="34" charset="0"/>
                <a:cs typeface="Calibri Light" panose="020F0302020204030204" pitchFamily="34" charset="0"/>
              </a:rPr>
              <a:t>GoogLeNet</a:t>
            </a:r>
            <a:r>
              <a:rPr lang="en-IN" dirty="0">
                <a:latin typeface="Calibri Light" panose="020F0302020204030204" pitchFamily="34" charset="0"/>
                <a:cs typeface="Calibri Light" panose="020F0302020204030204" pitchFamily="34" charset="0"/>
              </a:rPr>
              <a:t> and ResNet50, dataset is divided into</a:t>
            </a:r>
          </a:p>
          <a:p>
            <a:pPr marL="342900" indent="-342900">
              <a:buFont typeface="+mj-lt"/>
              <a:buAutoNum type="arabicPeriod"/>
            </a:pPr>
            <a:r>
              <a:rPr lang="en-IN" dirty="0">
                <a:latin typeface="Calibri Light" panose="020F0302020204030204" pitchFamily="34" charset="0"/>
                <a:cs typeface="Calibri Light" panose="020F0302020204030204" pitchFamily="34" charset="0"/>
              </a:rPr>
              <a:t>training and validation data sets.</a:t>
            </a:r>
            <a:endParaRPr lang="en-US" dirty="0">
              <a:latin typeface="Calibri Light" panose="020F0302020204030204" pitchFamily="34" charset="0"/>
              <a:cs typeface="Calibri Light" panose="020F0302020204030204" pitchFamily="34" charset="0"/>
            </a:endParaRPr>
          </a:p>
          <a:p>
            <a:pPr marL="342900" indent="-342900">
              <a:buFont typeface="+mj-lt"/>
              <a:buAutoNum type="arabicPeriod"/>
            </a:pPr>
            <a:endParaRPr lang="en-IN" b="1" dirty="0">
              <a:latin typeface="Calibri Light" panose="020F0302020204030204" pitchFamily="34" charset="0"/>
              <a:cs typeface="Calibri Light" panose="020F0302020204030204" pitchFamily="34" charset="0"/>
            </a:endParaRPr>
          </a:p>
          <a:p>
            <a:pPr marL="342900" indent="-342900">
              <a:buFont typeface="+mj-lt"/>
              <a:buAutoNum type="arabicPeriod"/>
            </a:pPr>
            <a:r>
              <a:rPr lang="en-IN" b="1" dirty="0">
                <a:latin typeface="Calibri Light" panose="020F0302020204030204" pitchFamily="34" charset="0"/>
                <a:cs typeface="Calibri Light" panose="020F0302020204030204" pitchFamily="34" charset="0"/>
              </a:rPr>
              <a:t> </a:t>
            </a:r>
            <a:r>
              <a:rPr lang="en-IN" dirty="0">
                <a:latin typeface="Calibri Light" panose="020F0302020204030204" pitchFamily="34" charset="0"/>
                <a:cs typeface="Calibri Light" panose="020F0302020204030204" pitchFamily="34" charset="0"/>
              </a:rPr>
              <a:t>Modifying CNNs network - Set the final fully connected layer to have the same size as the number of classes in the training data set. Increase the learning rate factors of the fully connected layer to train network faster.</a:t>
            </a:r>
            <a:endParaRPr lang="en-US" dirty="0">
              <a:latin typeface="Calibri Light" panose="020F0302020204030204" pitchFamily="34" charset="0"/>
              <a:cs typeface="Calibri Light" panose="020F0302020204030204" pitchFamily="34" charset="0"/>
            </a:endParaRPr>
          </a:p>
          <a:p>
            <a:pPr marL="342900" indent="-342900">
              <a:buFont typeface="+mj-lt"/>
              <a:buAutoNum type="arabicPeriod"/>
            </a:pPr>
            <a:endParaRPr lang="en-IN" dirty="0">
              <a:latin typeface="Calibri Light" panose="020F0302020204030204" pitchFamily="34" charset="0"/>
              <a:cs typeface="Calibri Light" panose="020F0302020204030204" pitchFamily="34" charset="0"/>
            </a:endParaRPr>
          </a:p>
          <a:p>
            <a:pPr marL="342900" indent="-342900">
              <a:buFont typeface="+mj-lt"/>
              <a:buAutoNum type="arabicPeriod"/>
            </a:pPr>
            <a:r>
              <a:rPr lang="en-IN" dirty="0">
                <a:latin typeface="Calibri Light" panose="020F0302020204030204" pitchFamily="34" charset="0"/>
                <a:cs typeface="Calibri Light" panose="020F0302020204030204" pitchFamily="34" charset="0"/>
              </a:rPr>
              <a:t>Set the training options, including learning rate, mini-batch size, and validation data according to GPU specification of the system. Train the network using the training data.</a:t>
            </a:r>
          </a:p>
          <a:p>
            <a:pPr marL="342900" indent="-342900">
              <a:buFont typeface="+mj-lt"/>
              <a:buAutoNum type="arabicPeriod"/>
            </a:pPr>
            <a:endParaRPr lang="en-IN" dirty="0">
              <a:latin typeface="Calibri Light" panose="020F0302020204030204" pitchFamily="34" charset="0"/>
              <a:cs typeface="Calibri Light" panose="020F0302020204030204" pitchFamily="34" charset="0"/>
            </a:endParaRPr>
          </a:p>
          <a:p>
            <a:pPr marL="342900" indent="-342900">
              <a:buFont typeface="+mj-lt"/>
              <a:buAutoNum type="arabicPeriod"/>
            </a:pPr>
            <a:r>
              <a:rPr lang="en-IN" dirty="0">
                <a:latin typeface="Calibri Light" panose="020F0302020204030204" pitchFamily="34" charset="0"/>
                <a:cs typeface="Calibri Light" panose="020F0302020204030204" pitchFamily="34" charset="0"/>
              </a:rPr>
              <a:t>Test the accuracy of the network by </a:t>
            </a:r>
            <a:r>
              <a:rPr lang="en-IN" dirty="0" err="1">
                <a:latin typeface="Calibri Light" panose="020F0302020204030204" pitchFamily="34" charset="0"/>
                <a:cs typeface="Calibri Light" panose="020F0302020204030204" pitchFamily="34" charset="0"/>
              </a:rPr>
              <a:t>Classifing</a:t>
            </a:r>
            <a:r>
              <a:rPr lang="en-IN" dirty="0">
                <a:latin typeface="Calibri Light" panose="020F0302020204030204" pitchFamily="34" charset="0"/>
                <a:cs typeface="Calibri Light" panose="020F0302020204030204" pitchFamily="34" charset="0"/>
              </a:rPr>
              <a:t> the validation images using the fine-tuned network, and calculate the classification accuracy </a:t>
            </a:r>
            <a:endParaRPr kumimoji="0" lang="en-IN" sz="1400" b="1"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endParaRPr>
          </a:p>
          <a:p>
            <a:pPr marL="342900" indent="-342900">
              <a:buFont typeface="+mj-lt"/>
              <a:buAutoNum type="arabicPeriod"/>
            </a:pPr>
            <a:endParaRPr lang="en-IN" b="1" dirty="0">
              <a:latin typeface="Calibri Light" panose="020F0302020204030204" pitchFamily="34" charset="0"/>
              <a:cs typeface="Calibri Light" panose="020F0302020204030204" pitchFamily="34" charset="0"/>
            </a:endParaRPr>
          </a:p>
          <a:p>
            <a:endParaRPr kumimoji="0" lang="en-US"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99802811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6EECAD-5594-16E0-845E-DA0B2DD6B158}"/>
              </a:ext>
            </a:extLst>
          </p:cNvPr>
          <p:cNvSpPr txBox="1"/>
          <p:nvPr/>
        </p:nvSpPr>
        <p:spPr>
          <a:xfrm>
            <a:off x="731520" y="1351280"/>
            <a:ext cx="7680959" cy="4242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Aft>
                <a:spcPts val="1000"/>
              </a:spcAft>
            </a:pPr>
            <a:r>
              <a:rPr lang="en-IN" sz="1600" b="1" dirty="0">
                <a:effectLst/>
                <a:latin typeface="Times New Roman" panose="02020603050405020304" pitchFamily="18" charset="0"/>
                <a:ea typeface="Calibri" panose="020F0502020204030204" pitchFamily="34" charset="0"/>
                <a:cs typeface="Latha" panose="020B0604020202020204" pitchFamily="34" charset="0"/>
              </a:rPr>
              <a:t>Finger print Recognition:</a:t>
            </a:r>
            <a:endParaRPr lang="en-IN" sz="1600"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tabLst>
                <a:tab pos="1620520" algn="l"/>
              </a:tabLst>
            </a:pPr>
            <a:r>
              <a:rPr lang="en-IN" sz="1600" b="1" dirty="0">
                <a:effectLst/>
                <a:latin typeface="Times New Roman" panose="02020603050405020304" pitchFamily="18" charset="0"/>
                <a:ea typeface="Calibri" panose="020F0502020204030204" pitchFamily="34" charset="0"/>
                <a:cs typeface="Latha" panose="020B0604020202020204" pitchFamily="34" charset="0"/>
              </a:rPr>
              <a:t>1. Feature extraction</a:t>
            </a:r>
            <a:endParaRPr lang="en-IN" sz="1600" dirty="0">
              <a:effectLst/>
              <a:latin typeface="Calibri" panose="020F0502020204030204" pitchFamily="34" charset="0"/>
              <a:ea typeface="Calibri" panose="020F0502020204030204" pitchFamily="34" charset="0"/>
              <a:cs typeface="Latha" panose="020B0604020202020204" pitchFamily="34" charset="0"/>
            </a:endParaRPr>
          </a:p>
          <a:p>
            <a:pPr marL="400050" indent="-400050" algn="just">
              <a:lnSpc>
                <a:spcPct val="150000"/>
              </a:lnSpc>
              <a:spcAft>
                <a:spcPts val="1000"/>
              </a:spcAft>
              <a:buFont typeface="+mj-lt"/>
              <a:buAutoNum type="romanLcPeriod"/>
              <a:tabLst>
                <a:tab pos="1620520"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The process of minutiae extraction is done as the last step in feature extraction and then the final image is stored in database. </a:t>
            </a:r>
          </a:p>
          <a:p>
            <a:pPr marL="400050" indent="-400050" algn="just">
              <a:lnSpc>
                <a:spcPct val="150000"/>
              </a:lnSpc>
              <a:spcAft>
                <a:spcPts val="1000"/>
              </a:spcAft>
              <a:buFont typeface="+mj-lt"/>
              <a:buAutoNum type="romanLcPeriod"/>
              <a:tabLst>
                <a:tab pos="1620520"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Operating upon the thinned image the minutiae are straightforward to detect the endings are found at the termination points of thin lines. </a:t>
            </a:r>
          </a:p>
          <a:p>
            <a:pPr marL="400050" indent="-400050" algn="just">
              <a:lnSpc>
                <a:spcPct val="150000"/>
              </a:lnSpc>
              <a:spcAft>
                <a:spcPts val="1000"/>
              </a:spcAft>
              <a:buFont typeface="+mj-lt"/>
              <a:buAutoNum type="romanLcPeriod"/>
              <a:tabLst>
                <a:tab pos="1620520"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Bifurcations are found at the junctions of three lines. Feature attributes are determined for each valid minutia found. These consist of: ridge ending, the </a:t>
            </a:r>
            <a:r>
              <a:rPr lang="en-IN" sz="1600" i="1" dirty="0">
                <a:effectLst/>
                <a:latin typeface="Calibri Light" panose="020F0302020204030204" pitchFamily="34" charset="0"/>
                <a:ea typeface="Calibri" panose="020F0502020204030204" pitchFamily="34" charset="0"/>
                <a:cs typeface="Calibri Light" panose="020F0302020204030204" pitchFamily="34" charset="0"/>
              </a:rPr>
              <a:t>(</a:t>
            </a:r>
            <a:r>
              <a:rPr lang="en-IN" sz="1600" i="1" dirty="0" err="1">
                <a:effectLst/>
                <a:latin typeface="Calibri Light" panose="020F0302020204030204" pitchFamily="34" charset="0"/>
                <a:ea typeface="Calibri" panose="020F0502020204030204" pitchFamily="34" charset="0"/>
                <a:cs typeface="Calibri Light" panose="020F0302020204030204" pitchFamily="34" charset="0"/>
              </a:rPr>
              <a:t>x,y</a:t>
            </a:r>
            <a:r>
              <a:rPr lang="en-IN" sz="1600" i="1" dirty="0">
                <a:effectLst/>
                <a:latin typeface="Calibri Light" panose="020F0302020204030204" pitchFamily="34" charset="0"/>
                <a:ea typeface="Calibri" panose="020F0502020204030204" pitchFamily="34" charset="0"/>
                <a:cs typeface="Calibri Light" panose="020F0302020204030204" pitchFamily="34" charset="0"/>
              </a:rPr>
              <a:t>) </a:t>
            </a:r>
            <a:r>
              <a:rPr lang="en-IN" sz="1600" dirty="0">
                <a:effectLst/>
                <a:latin typeface="Calibri Light" panose="020F0302020204030204" pitchFamily="34" charset="0"/>
                <a:ea typeface="Calibri" panose="020F0502020204030204" pitchFamily="34" charset="0"/>
                <a:cs typeface="Calibri Light" panose="020F0302020204030204" pitchFamily="34" charset="0"/>
              </a:rPr>
              <a:t>location, and the direction of the ending bifurcation. </a:t>
            </a:r>
          </a:p>
          <a:p>
            <a:pPr marL="0" marR="0" indent="0" algn="l" defTabSz="914400" rtl="0" fontAlgn="auto" latinLnBrk="0" hangingPunct="0">
              <a:lnSpc>
                <a:spcPct val="100000"/>
              </a:lnSpc>
              <a:spcBef>
                <a:spcPts val="0"/>
              </a:spcBef>
              <a:spcAft>
                <a:spcPts val="0"/>
              </a:spcAft>
              <a:buClrTx/>
              <a:buSzTx/>
              <a:buFontTx/>
              <a:buNone/>
              <a:tabLst/>
            </a:pPr>
            <a:endParaRPr kumimoji="0" lang="en-IN" sz="12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62486043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D22E79-F2C6-7B64-8AA8-C471019F9479}"/>
              </a:ext>
            </a:extLst>
          </p:cNvPr>
          <p:cNvSpPr txBox="1"/>
          <p:nvPr/>
        </p:nvSpPr>
        <p:spPr>
          <a:xfrm>
            <a:off x="773541" y="1737064"/>
            <a:ext cx="7315200" cy="35137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Aft>
                <a:spcPts val="1000"/>
              </a:spcAft>
              <a:tabLst>
                <a:tab pos="1620520" algn="l"/>
              </a:tabLst>
            </a:pPr>
            <a:r>
              <a:rPr lang="en-IN" sz="1400" b="1" dirty="0">
                <a:effectLst/>
                <a:latin typeface="Times New Roman" panose="02020603050405020304" pitchFamily="18" charset="0"/>
                <a:ea typeface="Calibri" panose="020F0502020204030204" pitchFamily="34" charset="0"/>
                <a:cs typeface="Latha" panose="020B0604020202020204" pitchFamily="34" charset="0"/>
              </a:rPr>
              <a:t>2.  Repeated Line Tracking: </a:t>
            </a:r>
            <a:endParaRPr lang="en-IN" sz="1400" dirty="0">
              <a:effectLst/>
              <a:latin typeface="Calibri" panose="020F0502020204030204" pitchFamily="34" charset="0"/>
              <a:ea typeface="Calibri" panose="020F0502020204030204" pitchFamily="34" charset="0"/>
              <a:cs typeface="Latha" panose="020B0604020202020204" pitchFamily="34" charset="0"/>
            </a:endParaRPr>
          </a:p>
          <a:p>
            <a:pPr marL="400050" indent="-400050" algn="just">
              <a:lnSpc>
                <a:spcPct val="150000"/>
              </a:lnSpc>
              <a:spcAft>
                <a:spcPts val="1000"/>
              </a:spcAft>
              <a:buFont typeface="+mj-lt"/>
              <a:buAutoNum type="romanLcPeriod"/>
              <a:tabLst>
                <a:tab pos="1620520" algn="l"/>
                <a:tab pos="2257425"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Repeated line tracking method gives a promising result in finger-vein identification. </a:t>
            </a:r>
          </a:p>
          <a:p>
            <a:pPr marL="400050" indent="-400050" algn="just">
              <a:lnSpc>
                <a:spcPct val="150000"/>
              </a:lnSpc>
              <a:spcAft>
                <a:spcPts val="1000"/>
              </a:spcAft>
              <a:buFont typeface="+mj-lt"/>
              <a:buAutoNum type="romanLcPeriod"/>
              <a:tabLst>
                <a:tab pos="1620520" algn="l"/>
                <a:tab pos="2257425"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Line tracking starts randomly at different positions. To find the dark line </a:t>
            </a:r>
            <a:r>
              <a:rPr lang="en-IN" sz="1600" dirty="0" err="1">
                <a:effectLst/>
                <a:latin typeface="Calibri Light" panose="020F0302020204030204" pitchFamily="34" charset="0"/>
                <a:ea typeface="Calibri" panose="020F0502020204030204" pitchFamily="34" charset="0"/>
                <a:cs typeface="Calibri Light" panose="020F0302020204030204" pitchFamily="34" charset="0"/>
              </a:rPr>
              <a:t>line</a:t>
            </a:r>
            <a:r>
              <a:rPr lang="en-IN" sz="1600" dirty="0">
                <a:effectLst/>
                <a:latin typeface="Calibri Light" panose="020F0302020204030204" pitchFamily="34" charset="0"/>
                <a:ea typeface="Calibri" panose="020F0502020204030204" pitchFamily="34" charset="0"/>
                <a:cs typeface="Calibri Light" panose="020F0302020204030204" pitchFamily="34" charset="0"/>
              </a:rPr>
              <a:t> tracking executed by moves along the direction of vein pattern pixel by pixel. </a:t>
            </a:r>
          </a:p>
          <a:p>
            <a:pPr marL="400050" indent="-400050" algn="just">
              <a:lnSpc>
                <a:spcPct val="150000"/>
              </a:lnSpc>
              <a:spcAft>
                <a:spcPts val="1000"/>
              </a:spcAft>
              <a:buFont typeface="+mj-lt"/>
              <a:buAutoNum type="romanLcPeriod"/>
              <a:tabLst>
                <a:tab pos="1620520" algn="l"/>
                <a:tab pos="2257425" algn="l"/>
              </a:tabLst>
            </a:pPr>
            <a:r>
              <a:rPr lang="en-IN" sz="1600" dirty="0">
                <a:effectLst/>
                <a:latin typeface="Calibri Light" panose="020F0302020204030204" pitchFamily="34" charset="0"/>
                <a:ea typeface="Calibri" panose="020F0502020204030204" pitchFamily="34" charset="0"/>
                <a:cs typeface="Calibri Light" panose="020F0302020204030204" pitchFamily="34" charset="0"/>
              </a:rPr>
              <a:t>The idea is to trace the veins in the image by chosen directions according to predefined probability in the horizontal and vertical orientations, and the starting position, called seed is randomly selected; the whole process is repeatedly done for a certain number of times. </a:t>
            </a:r>
            <a:endParaRPr kumimoji="0" lang="en-IN" sz="16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endParaRPr>
          </a:p>
        </p:txBody>
      </p:sp>
    </p:spTree>
    <p:extLst>
      <p:ext uri="{BB962C8B-B14F-4D97-AF65-F5344CB8AC3E}">
        <p14:creationId xmlns:p14="http://schemas.microsoft.com/office/powerpoint/2010/main" val="288775079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16570F-1E8C-4D52-B2C1-AB0DF60508C6}"/>
              </a:ext>
            </a:extLst>
          </p:cNvPr>
          <p:cNvSpPr txBox="1"/>
          <p:nvPr/>
        </p:nvSpPr>
        <p:spPr>
          <a:xfrm>
            <a:off x="812800" y="1270000"/>
            <a:ext cx="7884160" cy="49552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just">
              <a:lnSpc>
                <a:spcPct val="150000"/>
              </a:lnSpc>
              <a:spcAft>
                <a:spcPts val="1000"/>
              </a:spcAft>
              <a:tabLst>
                <a:tab pos="1620520" algn="l"/>
                <a:tab pos="2257425" algn="l"/>
              </a:tabLst>
            </a:pPr>
            <a:r>
              <a:rPr lang="en-IN" sz="1300" b="1" dirty="0">
                <a:effectLst/>
                <a:latin typeface="Times New Roman" panose="02020603050405020304" pitchFamily="18" charset="0"/>
                <a:ea typeface="Calibri" panose="020F0502020204030204" pitchFamily="34" charset="0"/>
                <a:cs typeface="Latha" panose="020B0604020202020204" pitchFamily="34" charset="0"/>
              </a:rPr>
              <a:t>Steps involve in Feature extraction using repeated line tracking: </a:t>
            </a:r>
            <a:endParaRPr lang="en-IN" sz="1300" b="1" dirty="0">
              <a:effectLst/>
              <a:latin typeface="Calibri" panose="020F0502020204030204" pitchFamily="34" charset="0"/>
              <a:ea typeface="Calibri" panose="020F0502020204030204" pitchFamily="34" charset="0"/>
              <a:cs typeface="Latha" panose="020B0604020202020204" pitchFamily="34" charset="0"/>
            </a:endParaRPr>
          </a:p>
          <a:p>
            <a:pPr algn="just">
              <a:lnSpc>
                <a:spcPct val="150000"/>
              </a:lnSpc>
              <a:spcAft>
                <a:spcPts val="1000"/>
              </a:spcAft>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Step 1: Determination of the starting point for line tracking and the moving-direction attributes. </a:t>
            </a:r>
          </a:p>
          <a:p>
            <a:pPr algn="just">
              <a:lnSpc>
                <a:spcPct val="150000"/>
              </a:lnSpc>
              <a:spcAft>
                <a:spcPts val="1000"/>
              </a:spcAft>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Step 2: Detection of the direction of the dark line and movement of the tracking point </a:t>
            </a:r>
          </a:p>
          <a:p>
            <a:pPr algn="just">
              <a:lnSpc>
                <a:spcPct val="150000"/>
              </a:lnSpc>
              <a:spcAft>
                <a:spcPts val="1000"/>
              </a:spcAft>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Step 3: Updating the number of times points in the locus space have been tracked </a:t>
            </a:r>
          </a:p>
          <a:p>
            <a:pPr algn="just">
              <a:lnSpc>
                <a:spcPct val="150000"/>
              </a:lnSpc>
              <a:spcAft>
                <a:spcPts val="1000"/>
              </a:spcAft>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Step 4: Repeated execution of step 1 to step 3 (N times) </a:t>
            </a:r>
          </a:p>
          <a:p>
            <a:pPr algn="just">
              <a:lnSpc>
                <a:spcPct val="150000"/>
              </a:lnSpc>
              <a:spcAft>
                <a:spcPts val="1000"/>
              </a:spcAft>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Step 5: Acquisition of the finger-vein pattern from the locus space </a:t>
            </a:r>
          </a:p>
          <a:p>
            <a:pPr algn="just">
              <a:lnSpc>
                <a:spcPct val="150000"/>
              </a:lnSpc>
              <a:spcAft>
                <a:spcPts val="1000"/>
              </a:spcAft>
              <a:tabLst>
                <a:tab pos="1620520" algn="l"/>
                <a:tab pos="2257425" algn="l"/>
              </a:tabLst>
            </a:pPr>
            <a:r>
              <a:rPr lang="en-IN" sz="1300" b="1" dirty="0">
                <a:effectLst/>
                <a:latin typeface="Times New Roman" panose="02020603050405020304" pitchFamily="18" charset="0"/>
                <a:ea typeface="Calibri" panose="020F0502020204030204" pitchFamily="34" charset="0"/>
                <a:cs typeface="Times New Roman" panose="02020603050405020304" pitchFamily="18" charset="0"/>
              </a:rPr>
              <a:t>Advantages of repeated line tracking: </a:t>
            </a:r>
          </a:p>
          <a:p>
            <a:pPr marL="342900" indent="-342900" algn="just">
              <a:lnSpc>
                <a:spcPct val="150000"/>
              </a:lnSpc>
              <a:spcAft>
                <a:spcPts val="1000"/>
              </a:spcAft>
              <a:buFont typeface="+mj-lt"/>
              <a:buAutoNum type="arabicPeriod"/>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Reduce the computation time: Repeated line tracking reduce unnecessary tracking operations which result in faster processing and reduce the computation time. </a:t>
            </a:r>
          </a:p>
          <a:p>
            <a:pPr marL="342900" indent="-342900" algn="just">
              <a:lnSpc>
                <a:spcPct val="150000"/>
              </a:lnSpc>
              <a:spcAft>
                <a:spcPts val="1000"/>
              </a:spcAft>
              <a:buFont typeface="+mj-lt"/>
              <a:buAutoNum type="arabicPeriod"/>
              <a:tabLst>
                <a:tab pos="1620520" algn="l"/>
                <a:tab pos="2257425" algn="l"/>
              </a:tabLst>
            </a:pPr>
            <a:r>
              <a:rPr lang="en-IN" dirty="0">
                <a:effectLst/>
                <a:latin typeface="Calibri Light" panose="020F0302020204030204" pitchFamily="34" charset="0"/>
                <a:ea typeface="Calibri" panose="020F0502020204030204" pitchFamily="34" charset="0"/>
                <a:cs typeface="Calibri Light" panose="020F0302020204030204" pitchFamily="34" charset="0"/>
              </a:rPr>
              <a:t> Reduce size of pattern: Repeated line tracking reduces the size of locus space result in fast response as smaller the template, the faster the computation    </a:t>
            </a:r>
          </a:p>
          <a:p>
            <a:pPr marL="0" marR="0" indent="0" algn="l" defTabSz="914400" rtl="0" fontAlgn="auto" latinLnBrk="0" hangingPunct="0">
              <a:lnSpc>
                <a:spcPct val="100000"/>
              </a:lnSpc>
              <a:spcBef>
                <a:spcPts val="0"/>
              </a:spcBef>
              <a:spcAft>
                <a:spcPts val="0"/>
              </a:spcAft>
              <a:buClrTx/>
              <a:buSzTx/>
              <a:buFontTx/>
              <a:buNone/>
              <a:tabLst/>
            </a:pPr>
            <a:endParaRPr kumimoji="0" lang="en-IN" sz="13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25515912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1567"/>
            <a:ext cx="8229600" cy="1508126"/>
          </a:xfrm>
        </p:spPr>
        <p:txBody>
          <a:bodyPr/>
          <a:lstStyle/>
          <a:p>
            <a:r>
              <a:rPr lang="en-US" dirty="0"/>
              <a:t>OUTPUT AND RESULTS</a:t>
            </a:r>
          </a:p>
        </p:txBody>
      </p:sp>
      <p:pic>
        <p:nvPicPr>
          <p:cNvPr id="5" name="Picture 4">
            <a:extLst>
              <a:ext uri="{FF2B5EF4-FFF2-40B4-BE49-F238E27FC236}">
                <a16:creationId xmlns:a16="http://schemas.microsoft.com/office/drawing/2014/main" id="{5A291A98-9328-1B83-9835-D4D10B486A8B}"/>
              </a:ext>
            </a:extLst>
          </p:cNvPr>
          <p:cNvPicPr>
            <a:picLocks noChangeAspect="1"/>
          </p:cNvPicPr>
          <p:nvPr/>
        </p:nvPicPr>
        <p:blipFill>
          <a:blip r:embed="rId2"/>
          <a:stretch>
            <a:fillRect/>
          </a:stretch>
        </p:blipFill>
        <p:spPr>
          <a:xfrm>
            <a:off x="634697" y="3049693"/>
            <a:ext cx="3744797" cy="1790299"/>
          </a:xfrm>
          <a:prstGeom prst="rect">
            <a:avLst/>
          </a:prstGeom>
        </p:spPr>
      </p:pic>
      <p:pic>
        <p:nvPicPr>
          <p:cNvPr id="8" name="Picture 7">
            <a:extLst>
              <a:ext uri="{FF2B5EF4-FFF2-40B4-BE49-F238E27FC236}">
                <a16:creationId xmlns:a16="http://schemas.microsoft.com/office/drawing/2014/main" id="{49D9D019-2A57-91F1-227B-E154139A6EB6}"/>
              </a:ext>
            </a:extLst>
          </p:cNvPr>
          <p:cNvPicPr>
            <a:picLocks noChangeAspect="1"/>
          </p:cNvPicPr>
          <p:nvPr/>
        </p:nvPicPr>
        <p:blipFill>
          <a:blip r:embed="rId3"/>
          <a:stretch>
            <a:fillRect/>
          </a:stretch>
        </p:blipFill>
        <p:spPr>
          <a:xfrm>
            <a:off x="4961730" y="3049693"/>
            <a:ext cx="3142834" cy="2734353"/>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0F271E-34AF-0F74-34D7-EEA191BA348E}"/>
              </a:ext>
            </a:extLst>
          </p:cNvPr>
          <p:cNvPicPr>
            <a:picLocks noChangeAspect="1"/>
          </p:cNvPicPr>
          <p:nvPr/>
        </p:nvPicPr>
        <p:blipFill>
          <a:blip r:embed="rId2"/>
          <a:stretch>
            <a:fillRect/>
          </a:stretch>
        </p:blipFill>
        <p:spPr>
          <a:xfrm>
            <a:off x="634798" y="1554319"/>
            <a:ext cx="3566470" cy="1901158"/>
          </a:xfrm>
          <a:prstGeom prst="rect">
            <a:avLst/>
          </a:prstGeom>
        </p:spPr>
      </p:pic>
      <p:pic>
        <p:nvPicPr>
          <p:cNvPr id="7" name="Picture 6">
            <a:extLst>
              <a:ext uri="{FF2B5EF4-FFF2-40B4-BE49-F238E27FC236}">
                <a16:creationId xmlns:a16="http://schemas.microsoft.com/office/drawing/2014/main" id="{BE32F8A7-7238-8EE5-9C13-56E493A521F8}"/>
              </a:ext>
            </a:extLst>
          </p:cNvPr>
          <p:cNvPicPr>
            <a:picLocks noChangeAspect="1"/>
          </p:cNvPicPr>
          <p:nvPr/>
        </p:nvPicPr>
        <p:blipFill>
          <a:blip r:embed="rId3"/>
          <a:stretch>
            <a:fillRect/>
          </a:stretch>
        </p:blipFill>
        <p:spPr>
          <a:xfrm>
            <a:off x="4572000" y="1554319"/>
            <a:ext cx="3566469" cy="1952510"/>
          </a:xfrm>
          <a:prstGeom prst="rect">
            <a:avLst/>
          </a:prstGeom>
        </p:spPr>
      </p:pic>
      <p:pic>
        <p:nvPicPr>
          <p:cNvPr id="11" name="Picture 10">
            <a:extLst>
              <a:ext uri="{FF2B5EF4-FFF2-40B4-BE49-F238E27FC236}">
                <a16:creationId xmlns:a16="http://schemas.microsoft.com/office/drawing/2014/main" id="{A25800C1-A9FA-719A-805A-DB2005EB0BDB}"/>
              </a:ext>
            </a:extLst>
          </p:cNvPr>
          <p:cNvPicPr>
            <a:picLocks noChangeAspect="1"/>
          </p:cNvPicPr>
          <p:nvPr/>
        </p:nvPicPr>
        <p:blipFill>
          <a:blip r:embed="rId4"/>
          <a:stretch>
            <a:fillRect/>
          </a:stretch>
        </p:blipFill>
        <p:spPr>
          <a:xfrm>
            <a:off x="634798" y="3819721"/>
            <a:ext cx="3665394" cy="1952510"/>
          </a:xfrm>
          <a:prstGeom prst="rect">
            <a:avLst/>
          </a:prstGeom>
        </p:spPr>
      </p:pic>
      <p:pic>
        <p:nvPicPr>
          <p:cNvPr id="15" name="Picture 14">
            <a:extLst>
              <a:ext uri="{FF2B5EF4-FFF2-40B4-BE49-F238E27FC236}">
                <a16:creationId xmlns:a16="http://schemas.microsoft.com/office/drawing/2014/main" id="{7F67CF94-0CFD-B470-C0BC-42DD920A9835}"/>
              </a:ext>
            </a:extLst>
          </p:cNvPr>
          <p:cNvPicPr>
            <a:picLocks noChangeAspect="1"/>
          </p:cNvPicPr>
          <p:nvPr/>
        </p:nvPicPr>
        <p:blipFill>
          <a:blip r:embed="rId5"/>
          <a:stretch>
            <a:fillRect/>
          </a:stretch>
        </p:blipFill>
        <p:spPr>
          <a:xfrm>
            <a:off x="4572000" y="3819722"/>
            <a:ext cx="3667272" cy="1952510"/>
          </a:xfrm>
          <a:prstGeom prst="rect">
            <a:avLst/>
          </a:prstGeom>
        </p:spPr>
      </p:pic>
    </p:spTree>
    <p:extLst>
      <p:ext uri="{BB962C8B-B14F-4D97-AF65-F5344CB8AC3E}">
        <p14:creationId xmlns:p14="http://schemas.microsoft.com/office/powerpoint/2010/main" val="338537021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A099F2-8176-49BA-DD04-875941A30B21}"/>
              </a:ext>
            </a:extLst>
          </p:cNvPr>
          <p:cNvPicPr>
            <a:picLocks noChangeAspect="1"/>
          </p:cNvPicPr>
          <p:nvPr/>
        </p:nvPicPr>
        <p:blipFill>
          <a:blip r:embed="rId2"/>
          <a:stretch>
            <a:fillRect/>
          </a:stretch>
        </p:blipFill>
        <p:spPr>
          <a:xfrm>
            <a:off x="855422" y="1482970"/>
            <a:ext cx="2216264" cy="2121009"/>
          </a:xfrm>
          <a:prstGeom prst="rect">
            <a:avLst/>
          </a:prstGeom>
        </p:spPr>
      </p:pic>
      <p:pic>
        <p:nvPicPr>
          <p:cNvPr id="7" name="Picture 6">
            <a:extLst>
              <a:ext uri="{FF2B5EF4-FFF2-40B4-BE49-F238E27FC236}">
                <a16:creationId xmlns:a16="http://schemas.microsoft.com/office/drawing/2014/main" id="{4A772872-60A1-F800-4579-FA98AE3D1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0559" y="1482970"/>
            <a:ext cx="2057400" cy="2121010"/>
          </a:xfrm>
          <a:prstGeom prst="rect">
            <a:avLst/>
          </a:prstGeom>
        </p:spPr>
      </p:pic>
      <p:pic>
        <p:nvPicPr>
          <p:cNvPr id="11" name="Picture 10">
            <a:extLst>
              <a:ext uri="{FF2B5EF4-FFF2-40B4-BE49-F238E27FC236}">
                <a16:creationId xmlns:a16="http://schemas.microsoft.com/office/drawing/2014/main" id="{16EB7566-8B14-A1E8-036F-6EB15B71F9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2281" y="3976604"/>
            <a:ext cx="2057400" cy="2121009"/>
          </a:xfrm>
          <a:prstGeom prst="rect">
            <a:avLst/>
          </a:prstGeom>
        </p:spPr>
      </p:pic>
      <p:pic>
        <p:nvPicPr>
          <p:cNvPr id="14" name="Picture 13">
            <a:extLst>
              <a:ext uri="{FF2B5EF4-FFF2-40B4-BE49-F238E27FC236}">
                <a16:creationId xmlns:a16="http://schemas.microsoft.com/office/drawing/2014/main" id="{4A695325-AD4C-CAB4-F19E-D9416972EB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49206" y="3840550"/>
            <a:ext cx="2057400" cy="2257063"/>
          </a:xfrm>
          <a:prstGeom prst="rect">
            <a:avLst/>
          </a:prstGeom>
        </p:spPr>
      </p:pic>
      <p:pic>
        <p:nvPicPr>
          <p:cNvPr id="16" name="Picture 15">
            <a:extLst>
              <a:ext uri="{FF2B5EF4-FFF2-40B4-BE49-F238E27FC236}">
                <a16:creationId xmlns:a16="http://schemas.microsoft.com/office/drawing/2014/main" id="{DFCF88AD-803F-A147-5572-32DEA2724A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1178" y="1561448"/>
            <a:ext cx="2057400" cy="2121009"/>
          </a:xfrm>
          <a:prstGeom prst="rect">
            <a:avLst/>
          </a:prstGeom>
        </p:spPr>
      </p:pic>
    </p:spTree>
    <p:extLst>
      <p:ext uri="{BB962C8B-B14F-4D97-AF65-F5344CB8AC3E}">
        <p14:creationId xmlns:p14="http://schemas.microsoft.com/office/powerpoint/2010/main" val="229214968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6F46E9-482A-4A57-777B-73DB7FD6CEDC}"/>
              </a:ext>
            </a:extLst>
          </p:cNvPr>
          <p:cNvPicPr>
            <a:picLocks noChangeAspect="1"/>
          </p:cNvPicPr>
          <p:nvPr/>
        </p:nvPicPr>
        <p:blipFill>
          <a:blip r:embed="rId2"/>
          <a:stretch>
            <a:fillRect/>
          </a:stretch>
        </p:blipFill>
        <p:spPr>
          <a:xfrm>
            <a:off x="596766" y="1600200"/>
            <a:ext cx="7950467" cy="4031847"/>
          </a:xfrm>
          <a:prstGeom prst="rect">
            <a:avLst/>
          </a:prstGeom>
        </p:spPr>
      </p:pic>
    </p:spTree>
    <p:extLst>
      <p:ext uri="{BB962C8B-B14F-4D97-AF65-F5344CB8AC3E}">
        <p14:creationId xmlns:p14="http://schemas.microsoft.com/office/powerpoint/2010/main" val="411787356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EA9A8B-E651-CF3F-97FB-9F237B28BC4C}"/>
              </a:ext>
            </a:extLst>
          </p:cNvPr>
          <p:cNvPicPr>
            <a:picLocks noChangeAspect="1"/>
          </p:cNvPicPr>
          <p:nvPr/>
        </p:nvPicPr>
        <p:blipFill>
          <a:blip r:embed="rId2"/>
          <a:stretch>
            <a:fillRect/>
          </a:stretch>
        </p:blipFill>
        <p:spPr>
          <a:xfrm>
            <a:off x="873391" y="1965960"/>
            <a:ext cx="7397218" cy="2926080"/>
          </a:xfrm>
          <a:prstGeom prst="rect">
            <a:avLst/>
          </a:prstGeom>
        </p:spPr>
      </p:pic>
    </p:spTree>
    <p:extLst>
      <p:ext uri="{BB962C8B-B14F-4D97-AF65-F5344CB8AC3E}">
        <p14:creationId xmlns:p14="http://schemas.microsoft.com/office/powerpoint/2010/main" val="65534798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8156-4A55-C875-A973-DD0791A1FA44}"/>
              </a:ext>
            </a:extLst>
          </p:cNvPr>
          <p:cNvSpPr>
            <a:spLocks noGrp="1"/>
          </p:cNvSpPr>
          <p:nvPr>
            <p:ph type="title"/>
          </p:nvPr>
        </p:nvSpPr>
        <p:spPr>
          <a:xfrm>
            <a:off x="863867" y="1285607"/>
            <a:ext cx="7416265" cy="1062958"/>
          </a:xfrm>
        </p:spPr>
        <p:txBody>
          <a:bodyPr/>
          <a:lstStyle/>
          <a:p>
            <a:r>
              <a:rPr lang="en-IN" dirty="0"/>
              <a:t>Work done in phase 1</a:t>
            </a:r>
          </a:p>
        </p:txBody>
      </p:sp>
      <p:sp>
        <p:nvSpPr>
          <p:cNvPr id="5" name="TextBox 4">
            <a:extLst>
              <a:ext uri="{FF2B5EF4-FFF2-40B4-BE49-F238E27FC236}">
                <a16:creationId xmlns:a16="http://schemas.microsoft.com/office/drawing/2014/main" id="{9AD04138-ECE8-2D45-134A-6E4D3AFAA8CB}"/>
              </a:ext>
            </a:extLst>
          </p:cNvPr>
          <p:cNvSpPr txBox="1"/>
          <p:nvPr/>
        </p:nvSpPr>
        <p:spPr>
          <a:xfrm>
            <a:off x="1463040" y="2737779"/>
            <a:ext cx="5804034"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marR="0" indent="-342900" algn="l" defTabSz="914400" rtl="0" fontAlgn="auto" latinLnBrk="0" hangingPunct="0">
              <a:lnSpc>
                <a:spcPct val="100000"/>
              </a:lnSpc>
              <a:spcBef>
                <a:spcPts val="0"/>
              </a:spcBef>
              <a:spcAft>
                <a:spcPts val="0"/>
              </a:spcAft>
              <a:buClrTx/>
              <a:buSzTx/>
              <a:buFontTx/>
              <a:buAutoNum type="arabicPeriod"/>
              <a:tabLst/>
            </a:pPr>
            <a:r>
              <a:rPr kumimoji="0" lang="en-IN" sz="2000" b="0" i="0" u="none" strike="noStrike" cap="none" spc="0" normalizeH="0" baseline="0" dirty="0">
                <a:ln>
                  <a:noFill/>
                </a:ln>
                <a:solidFill>
                  <a:schemeClr val="tx1"/>
                </a:solidFill>
                <a:effectLst/>
                <a:uFillTx/>
                <a:latin typeface="Calibri Light" panose="020F0302020204030204" pitchFamily="34" charset="0"/>
                <a:cs typeface="Calibri Light" panose="020F0302020204030204" pitchFamily="34" charset="0"/>
                <a:sym typeface="Times New Roman"/>
              </a:rPr>
              <a:t>IMAGE ACCUSATION.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lang="en-IN" sz="2000" dirty="0">
                <a:solidFill>
                  <a:schemeClr val="tx1"/>
                </a:solidFill>
                <a:latin typeface="Calibri Light" panose="020F0302020204030204" pitchFamily="34" charset="0"/>
                <a:cs typeface="Calibri Light" panose="020F0302020204030204" pitchFamily="34" charset="0"/>
              </a:rPr>
              <a:t>PRE-PROCESSING.</a:t>
            </a:r>
          </a:p>
          <a:p>
            <a:pPr marL="342900" marR="0" indent="-342900" algn="l" defTabSz="914400" rtl="0" fontAlgn="auto" latinLnBrk="0" hangingPunct="0">
              <a:lnSpc>
                <a:spcPct val="100000"/>
              </a:lnSpc>
              <a:spcBef>
                <a:spcPts val="0"/>
              </a:spcBef>
              <a:spcAft>
                <a:spcPts val="0"/>
              </a:spcAft>
              <a:buClrTx/>
              <a:buSzTx/>
              <a:buFontTx/>
              <a:buAutoNum type="arabicPeriod"/>
              <a:tabLst/>
            </a:pPr>
            <a:r>
              <a:rPr kumimoji="0" lang="en-IN" sz="2000" b="0" i="0" u="none" strike="noStrike" cap="none" spc="0" normalizeH="0" baseline="0" dirty="0">
                <a:ln>
                  <a:noFill/>
                </a:ln>
                <a:solidFill>
                  <a:schemeClr val="tx1"/>
                </a:solidFill>
                <a:effectLst/>
                <a:uFillTx/>
                <a:latin typeface="Calibri Light" panose="020F0302020204030204" pitchFamily="34" charset="0"/>
                <a:cs typeface="Calibri Light" panose="020F0302020204030204" pitchFamily="34" charset="0"/>
                <a:sym typeface="Times New Roman"/>
              </a:rPr>
              <a:t>IMPROVE MORPHOLOGY – ROI SEGMENTATION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lang="en-IN" sz="2000" dirty="0">
                <a:solidFill>
                  <a:schemeClr val="tx1"/>
                </a:solidFill>
                <a:latin typeface="Calibri Light" panose="020F0302020204030204" pitchFamily="34" charset="0"/>
                <a:cs typeface="Calibri Light" panose="020F0302020204030204" pitchFamily="34" charset="0"/>
              </a:rPr>
              <a:t>CLASSIFICATION</a:t>
            </a:r>
          </a:p>
          <a:p>
            <a:pPr marL="342900" marR="0" indent="-342900" algn="l" defTabSz="914400" rtl="0" fontAlgn="auto" latinLnBrk="0" hangingPunct="0">
              <a:lnSpc>
                <a:spcPct val="100000"/>
              </a:lnSpc>
              <a:spcBef>
                <a:spcPts val="0"/>
              </a:spcBef>
              <a:spcAft>
                <a:spcPts val="0"/>
              </a:spcAft>
              <a:buClrTx/>
              <a:buSzTx/>
              <a:buFontTx/>
              <a:buAutoNum type="arabicPeriod"/>
              <a:tabLst/>
            </a:pPr>
            <a:r>
              <a:rPr lang="en-IN" sz="2000" dirty="0">
                <a:solidFill>
                  <a:schemeClr val="tx1"/>
                </a:solidFill>
                <a:latin typeface="Calibri Light" panose="020F0302020204030204" pitchFamily="34" charset="0"/>
                <a:cs typeface="Calibri Light" panose="020F0302020204030204" pitchFamily="34" charset="0"/>
              </a:rPr>
              <a:t>PERSONALITY TRAIT DETECTION BASED ON LETTER ‘M</a:t>
            </a:r>
            <a:r>
              <a:rPr lang="en-IN" dirty="0">
                <a:latin typeface="Calibri Light" panose="020F0302020204030204" pitchFamily="34" charset="0"/>
                <a:cs typeface="Calibri Light" panose="020F0302020204030204" pitchFamily="34" charset="0"/>
              </a:rPr>
              <a:t>’</a:t>
            </a:r>
            <a:endParaRPr lang="en-IN" dirty="0"/>
          </a:p>
        </p:txBody>
      </p:sp>
    </p:spTree>
    <p:extLst>
      <p:ext uri="{BB962C8B-B14F-4D97-AF65-F5344CB8AC3E}">
        <p14:creationId xmlns:p14="http://schemas.microsoft.com/office/powerpoint/2010/main" val="27201259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08506"/>
            <a:ext cx="8229600" cy="1238440"/>
          </a:xfrm>
        </p:spPr>
        <p:txBody>
          <a:bodyPr/>
          <a:lstStyle/>
          <a:p>
            <a:r>
              <a:rPr lang="en-US" dirty="0"/>
              <a:t>Plan for Phase 2</a:t>
            </a:r>
          </a:p>
        </p:txBody>
      </p:sp>
      <p:sp>
        <p:nvSpPr>
          <p:cNvPr id="3" name="TextBox 2">
            <a:extLst>
              <a:ext uri="{FF2B5EF4-FFF2-40B4-BE49-F238E27FC236}">
                <a16:creationId xmlns:a16="http://schemas.microsoft.com/office/drawing/2014/main" id="{F64B5787-35E0-BF55-A515-AB0427D3D28A}"/>
              </a:ext>
            </a:extLst>
          </p:cNvPr>
          <p:cNvSpPr txBox="1"/>
          <p:nvPr/>
        </p:nvSpPr>
        <p:spPr>
          <a:xfrm>
            <a:off x="1008846" y="2967336"/>
            <a:ext cx="7126308" cy="923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342900" marR="0" indent="-342900" algn="l" defTabSz="914400" rtl="0" fontAlgn="auto" latinLnBrk="0" hangingPunct="0">
              <a:lnSpc>
                <a:spcPct val="100000"/>
              </a:lnSpc>
              <a:spcBef>
                <a:spcPts val="0"/>
              </a:spcBef>
              <a:spcAft>
                <a:spcPts val="0"/>
              </a:spcAft>
              <a:buClrTx/>
              <a:buSzTx/>
              <a:buFont typeface="+mj-lt"/>
              <a:buAutoNum type="arabicPeriod"/>
              <a:tabLst/>
            </a:pPr>
            <a:r>
              <a:rPr kumimoji="0" lang="en-IN" sz="2000" b="0" i="0" u="none" strike="noStrike" cap="none" spc="0" normalizeH="0" baseline="0" dirty="0">
                <a:ln>
                  <a:noFill/>
                </a:ln>
                <a:solidFill>
                  <a:srgbClr val="000000"/>
                </a:solidFill>
                <a:effectLst/>
                <a:uFillTx/>
                <a:latin typeface="Calibri Light" panose="020F0302020204030204" pitchFamily="34" charset="0"/>
                <a:ea typeface="Calibri Light" panose="020F0302020204030204" pitchFamily="34" charset="0"/>
                <a:cs typeface="Calibri Light" panose="020F0302020204030204" pitchFamily="34" charset="0"/>
                <a:sym typeface="Times New Roman"/>
              </a:rPr>
              <a:t>INCLUDE MORE ALPHABETS FOR PERSONALITY TRAIT DETECTION</a:t>
            </a:r>
          </a:p>
          <a:p>
            <a:pPr marL="342900" marR="0" indent="-342900" algn="l" defTabSz="914400" rtl="0" fontAlgn="auto" latinLnBrk="0" hangingPunct="0">
              <a:lnSpc>
                <a:spcPct val="100000"/>
              </a:lnSpc>
              <a:spcBef>
                <a:spcPts val="0"/>
              </a:spcBef>
              <a:spcAft>
                <a:spcPts val="0"/>
              </a:spcAft>
              <a:buClrTx/>
              <a:buSzTx/>
              <a:buFont typeface="+mj-lt"/>
              <a:buAutoNum type="arabicPeriod"/>
              <a:tabLst/>
            </a:pPr>
            <a:r>
              <a:rPr kumimoji="0" lang="en-IN" sz="2000" b="0" i="0" u="none" strike="noStrike" cap="none" spc="0" normalizeH="0" baseline="0" dirty="0">
                <a:ln>
                  <a:noFill/>
                </a:ln>
                <a:solidFill>
                  <a:srgbClr val="000000"/>
                </a:solidFill>
                <a:effectLst/>
                <a:uFillTx/>
                <a:latin typeface="Calibri Light" panose="020F0302020204030204" pitchFamily="34" charset="0"/>
                <a:ea typeface="Calibri Light" panose="020F0302020204030204" pitchFamily="34" charset="0"/>
                <a:cs typeface="Calibri Light" panose="020F0302020204030204" pitchFamily="34" charset="0"/>
                <a:sym typeface="Times New Roman"/>
              </a:rPr>
              <a:t>IMPLEMENTING </a:t>
            </a:r>
            <a:r>
              <a:rPr lang="en-IN" sz="2000" dirty="0">
                <a:latin typeface="Calibri Light" panose="020F0302020204030204" pitchFamily="34" charset="0"/>
                <a:ea typeface="Calibri Light" panose="020F0302020204030204" pitchFamily="34" charset="0"/>
                <a:cs typeface="Calibri Light" panose="020F0302020204030204" pitchFamily="34" charset="0"/>
              </a:rPr>
              <a:t>SECURITY FEATURES ON THE MODEL </a:t>
            </a:r>
            <a:endParaRPr kumimoji="0" lang="en-IN" sz="2000" b="0" i="0" u="none" strike="noStrike" cap="none" spc="0" normalizeH="0" baseline="0" dirty="0">
              <a:ln>
                <a:noFill/>
              </a:ln>
              <a:solidFill>
                <a:srgbClr val="000000"/>
              </a:solidFill>
              <a:effectLst/>
              <a:uFillTx/>
              <a:latin typeface="Calibri Light" panose="020F0302020204030204" pitchFamily="34" charset="0"/>
              <a:ea typeface="Calibri Light" panose="020F0302020204030204" pitchFamily="34" charset="0"/>
              <a:cs typeface="Calibri Light" panose="020F0302020204030204" pitchFamily="34" charset="0"/>
              <a:sym typeface="Times New Roman"/>
            </a:endParaRP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7" y="1137103"/>
            <a:ext cx="8229600" cy="1005206"/>
          </a:xfrm>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1E0244A-87D2-2F95-D298-75B82CD3B5DD}"/>
              </a:ext>
            </a:extLst>
          </p:cNvPr>
          <p:cNvSpPr txBox="1"/>
          <p:nvPr/>
        </p:nvSpPr>
        <p:spPr>
          <a:xfrm>
            <a:off x="901084" y="2175028"/>
            <a:ext cx="7341832" cy="35394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Using modern day techniques like neural networks to implement deep learning to solve basic tasks which are done with a blink of an eye by any human like text recognition is just scratching the surface of the potential behind machine learning. There are infinite possibilities and application of this technology. Traditional OCR used to work similar to biometric device. Photo sensor technology was used to gather the match points of physical attributes and then convert it into database of known types. But with the help of modern-day techniques like convolution neural networks we are able to scan and understand words with an accuracy never seen before in history. A further application of accurate text OCRs is to help the partially sighted and the blind in the absence of braille. In this research, a deep learning technique CNN is implemented for handwritten character recognition. The main focus of this work is to investigate CNN capability to recognize the characters from handwritten image dataset with a high</a:t>
            </a:r>
          </a:p>
          <a:p>
            <a:pPr marL="0" marR="0" indent="0" algn="l" defTabSz="9144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rPr>
              <a:t>degree of accuracy. And also we include Finger print biometric authentication for security purpose to know the text in the image</a:t>
            </a:r>
            <a:endParaRPr kumimoji="0" lang="en-IN" sz="1600" b="0" i="0" u="none" strike="noStrike" cap="none" spc="0" normalizeH="0" baseline="0" dirty="0">
              <a:ln>
                <a:noFill/>
              </a:ln>
              <a:solidFill>
                <a:srgbClr val="000000"/>
              </a:solidFill>
              <a:effectLst/>
              <a:uFillTx/>
              <a:latin typeface="Calibri Light" panose="020F0302020204030204" pitchFamily="34" charset="0"/>
              <a:cs typeface="Calibri Light" panose="020F0302020204030204" pitchFamily="34" charset="0"/>
              <a:sym typeface="Times New Roman"/>
            </a:endParaRPr>
          </a:p>
        </p:txBody>
      </p:sp>
    </p:spTree>
    <p:extLst>
      <p:ext uri="{BB962C8B-B14F-4D97-AF65-F5344CB8AC3E}">
        <p14:creationId xmlns:p14="http://schemas.microsoft.com/office/powerpoint/2010/main" val="320774424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pPr/>
              <a:t>31</a:t>
            </a:fld>
            <a:endParaRPr/>
          </a:p>
        </p:txBody>
      </p:sp>
      <p:sp>
        <p:nvSpPr>
          <p:cNvPr id="210" name="References"/>
          <p:cNvSpPr txBox="1">
            <a:spLocks noGrp="1"/>
          </p:cNvSpPr>
          <p:nvPr>
            <p:ph type="title"/>
          </p:nvPr>
        </p:nvSpPr>
        <p:spPr>
          <a:xfrm>
            <a:off x="977537" y="1188720"/>
            <a:ext cx="6858000" cy="808038"/>
          </a:xfrm>
          <a:prstGeom prst="rect">
            <a:avLst/>
          </a:prstGeom>
        </p:spPr>
        <p:txBody>
          <a:bodyPr>
            <a:normAutofit/>
          </a:bodyPr>
          <a:lstStyle/>
          <a:p>
            <a:r>
              <a:rPr sz="3200" dirty="0"/>
              <a:t>References</a:t>
            </a:r>
          </a:p>
        </p:txBody>
      </p:sp>
      <p:sp>
        <p:nvSpPr>
          <p:cNvPr id="2" name="TextBox 1"/>
          <p:cNvSpPr txBox="1"/>
          <p:nvPr/>
        </p:nvSpPr>
        <p:spPr>
          <a:xfrm>
            <a:off x="609600" y="1996758"/>
            <a:ext cx="8001000" cy="35394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Arial" panose="020B0604020202020204" pitchFamily="34" charset="0"/>
              <a:buChar char="•"/>
            </a:pPr>
            <a:r>
              <a:rPr lang="en-US" sz="1600" b="0" i="0" dirty="0">
                <a:solidFill>
                  <a:srgbClr val="222222"/>
                </a:solidFill>
                <a:effectLst/>
                <a:latin typeface="Calibri Light" panose="020F0302020204030204" pitchFamily="34" charset="0"/>
                <a:cs typeface="Calibri Light" panose="020F0302020204030204" pitchFamily="34" charset="0"/>
              </a:rPr>
              <a:t>Durga, L. and </a:t>
            </a:r>
            <a:r>
              <a:rPr lang="en-US" sz="1600" b="0" i="0" dirty="0" err="1">
                <a:solidFill>
                  <a:srgbClr val="222222"/>
                </a:solidFill>
                <a:effectLst/>
                <a:latin typeface="Calibri Light" panose="020F0302020204030204" pitchFamily="34" charset="0"/>
                <a:cs typeface="Calibri Light" panose="020F0302020204030204" pitchFamily="34" charset="0"/>
              </a:rPr>
              <a:t>Deepu</a:t>
            </a:r>
            <a:r>
              <a:rPr lang="en-US" sz="1600" b="0" i="0" dirty="0">
                <a:solidFill>
                  <a:srgbClr val="222222"/>
                </a:solidFill>
                <a:effectLst/>
                <a:latin typeface="Calibri Light" panose="020F0302020204030204" pitchFamily="34" charset="0"/>
                <a:cs typeface="Calibri Light" panose="020F0302020204030204" pitchFamily="34" charset="0"/>
              </a:rPr>
              <a:t>, R., 2018, September. Handwriting analysis through graphology: a review. In </a:t>
            </a:r>
            <a:r>
              <a:rPr lang="en-US" sz="1600" b="0" i="1" dirty="0">
                <a:solidFill>
                  <a:srgbClr val="222222"/>
                </a:solidFill>
                <a:effectLst/>
                <a:latin typeface="Calibri Light" panose="020F0302020204030204" pitchFamily="34" charset="0"/>
                <a:cs typeface="Calibri Light" panose="020F0302020204030204" pitchFamily="34" charset="0"/>
              </a:rPr>
              <a:t>2018 International Conference on Advances in Computing, Communications and Informatics (ICACCI)</a:t>
            </a:r>
            <a:r>
              <a:rPr lang="en-US" sz="1600" b="0" i="0" dirty="0">
                <a:solidFill>
                  <a:srgbClr val="222222"/>
                </a:solidFill>
                <a:effectLst/>
                <a:latin typeface="Calibri Light" panose="020F0302020204030204" pitchFamily="34" charset="0"/>
                <a:cs typeface="Calibri Light" panose="020F0302020204030204" pitchFamily="34" charset="0"/>
              </a:rPr>
              <a:t> (pp. 1160-1166). IEEE.</a:t>
            </a:r>
          </a:p>
          <a:p>
            <a:pPr marL="285750" indent="-285750" algn="just">
              <a:buFont typeface="Arial" panose="020B0604020202020204" pitchFamily="34" charset="0"/>
              <a:buChar char="•"/>
            </a:pPr>
            <a:endParaRPr lang="en-US" sz="1600" dirty="0">
              <a:solidFill>
                <a:srgbClr val="222222"/>
              </a:solidFill>
              <a:latin typeface="Calibri Light" panose="020F0302020204030204" pitchFamily="34" charset="0"/>
              <a:cs typeface="Calibri Light" panose="020F0302020204030204" pitchFamily="34" charset="0"/>
            </a:endParaRPr>
          </a:p>
          <a:p>
            <a:pPr marL="285750" indent="-285750" algn="just">
              <a:buFont typeface="Arial" panose="020B0604020202020204" pitchFamily="34" charset="0"/>
              <a:buChar char="•"/>
            </a:pPr>
            <a:r>
              <a:rPr lang="en-IN" sz="1600" b="0" i="0" dirty="0" err="1">
                <a:solidFill>
                  <a:srgbClr val="222222"/>
                </a:solidFill>
                <a:effectLst/>
                <a:latin typeface="Calibri Light" panose="020F0302020204030204" pitchFamily="34" charset="0"/>
                <a:cs typeface="Calibri Light" panose="020F0302020204030204" pitchFamily="34" charset="0"/>
              </a:rPr>
              <a:t>Sutar</a:t>
            </a:r>
            <a:r>
              <a:rPr lang="en-IN" sz="1600" b="0" i="0" dirty="0">
                <a:solidFill>
                  <a:srgbClr val="222222"/>
                </a:solidFill>
                <a:effectLst/>
                <a:latin typeface="Calibri Light" panose="020F0302020204030204" pitchFamily="34" charset="0"/>
                <a:cs typeface="Calibri Light" panose="020F0302020204030204" pitchFamily="34" charset="0"/>
              </a:rPr>
              <a:t>, R.M. and </a:t>
            </a:r>
            <a:r>
              <a:rPr lang="en-IN" sz="1600" b="0" i="0" dirty="0" err="1">
                <a:solidFill>
                  <a:srgbClr val="222222"/>
                </a:solidFill>
                <a:effectLst/>
                <a:latin typeface="Calibri Light" panose="020F0302020204030204" pitchFamily="34" charset="0"/>
                <a:cs typeface="Calibri Light" panose="020F0302020204030204" pitchFamily="34" charset="0"/>
              </a:rPr>
              <a:t>Revankar</a:t>
            </a:r>
            <a:r>
              <a:rPr lang="en-IN" sz="1600" b="0" i="0" dirty="0">
                <a:solidFill>
                  <a:srgbClr val="222222"/>
                </a:solidFill>
                <a:effectLst/>
                <a:latin typeface="Calibri Light" panose="020F0302020204030204" pitchFamily="34" charset="0"/>
                <a:cs typeface="Calibri Light" panose="020F0302020204030204" pitchFamily="34" charset="0"/>
              </a:rPr>
              <a:t>, P.S., 2022, June. Analysis of Character Strengths from Handwriting Samples using Deep Learning. In </a:t>
            </a:r>
            <a:r>
              <a:rPr lang="en-IN" sz="1600" b="0" i="1" dirty="0">
                <a:solidFill>
                  <a:srgbClr val="222222"/>
                </a:solidFill>
                <a:effectLst/>
                <a:latin typeface="Calibri Light" panose="020F0302020204030204" pitchFamily="34" charset="0"/>
                <a:cs typeface="Calibri Light" panose="020F0302020204030204" pitchFamily="34" charset="0"/>
              </a:rPr>
              <a:t>2022 International Conference on Computing, Communication, Security and Intelligent Systems (IC3SIS)</a:t>
            </a:r>
            <a:r>
              <a:rPr lang="en-IN" sz="1600" b="0" i="0" dirty="0">
                <a:solidFill>
                  <a:srgbClr val="222222"/>
                </a:solidFill>
                <a:effectLst/>
                <a:latin typeface="Calibri Light" panose="020F0302020204030204" pitchFamily="34" charset="0"/>
                <a:cs typeface="Calibri Light" panose="020F0302020204030204" pitchFamily="34" charset="0"/>
              </a:rPr>
              <a:t> (pp. 1-6). IEEE.</a:t>
            </a:r>
            <a:endParaRPr lang="en-US" sz="1600" b="0" i="0" dirty="0">
              <a:solidFill>
                <a:srgbClr val="222222"/>
              </a:solidFill>
              <a:effectLst/>
              <a:latin typeface="Calibri Light" panose="020F0302020204030204" pitchFamily="34" charset="0"/>
              <a:cs typeface="Calibri Light" panose="020F0302020204030204" pitchFamily="34" charset="0"/>
            </a:endParaRPr>
          </a:p>
          <a:p>
            <a:pPr marL="285750" indent="-285750" algn="just">
              <a:buFont typeface="Arial" panose="020B0604020202020204" pitchFamily="34" charset="0"/>
              <a:buChar char="•"/>
            </a:pPr>
            <a:endParaRPr lang="en-US" sz="1600" dirty="0">
              <a:solidFill>
                <a:srgbClr val="222222"/>
              </a:solidFill>
              <a:latin typeface="Calibri Light" panose="020F0302020204030204" pitchFamily="34" charset="0"/>
              <a:cs typeface="Calibri Light" panose="020F0302020204030204" pitchFamily="34" charset="0"/>
            </a:endParaRPr>
          </a:p>
          <a:p>
            <a:pPr marL="285750" indent="-285750" algn="just">
              <a:buFont typeface="Arial" panose="020B0604020202020204" pitchFamily="34" charset="0"/>
              <a:buChar char="•"/>
            </a:pPr>
            <a:r>
              <a:rPr lang="en-IN" sz="1600" b="0" i="0" dirty="0">
                <a:solidFill>
                  <a:srgbClr val="222222"/>
                </a:solidFill>
                <a:effectLst/>
                <a:latin typeface="Calibri Light" panose="020F0302020204030204" pitchFamily="34" charset="0"/>
                <a:cs typeface="Calibri Light" panose="020F0302020204030204" pitchFamily="34" charset="0"/>
              </a:rPr>
              <a:t>Hashemi, S., </a:t>
            </a:r>
            <a:r>
              <a:rPr lang="en-IN" sz="1600" b="0" i="0" dirty="0" err="1">
                <a:solidFill>
                  <a:srgbClr val="222222"/>
                </a:solidFill>
                <a:effectLst/>
                <a:latin typeface="Calibri Light" panose="020F0302020204030204" pitchFamily="34" charset="0"/>
                <a:cs typeface="Calibri Light" panose="020F0302020204030204" pitchFamily="34" charset="0"/>
              </a:rPr>
              <a:t>Vaseghi</a:t>
            </a:r>
            <a:r>
              <a:rPr lang="en-IN" sz="1600" b="0" i="0" dirty="0">
                <a:solidFill>
                  <a:srgbClr val="222222"/>
                </a:solidFill>
                <a:effectLst/>
                <a:latin typeface="Calibri Light" panose="020F0302020204030204" pitchFamily="34" charset="0"/>
                <a:cs typeface="Calibri Light" panose="020F0302020204030204" pitchFamily="34" charset="0"/>
              </a:rPr>
              <a:t>, B. and </a:t>
            </a:r>
            <a:r>
              <a:rPr lang="en-IN" sz="1600" b="0" i="0" dirty="0" err="1">
                <a:solidFill>
                  <a:srgbClr val="222222"/>
                </a:solidFill>
                <a:effectLst/>
                <a:latin typeface="Calibri Light" panose="020F0302020204030204" pitchFamily="34" charset="0"/>
                <a:cs typeface="Calibri Light" panose="020F0302020204030204" pitchFamily="34" charset="0"/>
              </a:rPr>
              <a:t>Torgheh</a:t>
            </a:r>
            <a:r>
              <a:rPr lang="en-IN" sz="1600" b="0" i="0" dirty="0">
                <a:solidFill>
                  <a:srgbClr val="222222"/>
                </a:solidFill>
                <a:effectLst/>
                <a:latin typeface="Calibri Light" panose="020F0302020204030204" pitchFamily="34" charset="0"/>
                <a:cs typeface="Calibri Light" panose="020F0302020204030204" pitchFamily="34" charset="0"/>
              </a:rPr>
              <a:t>, F., 2015. Graphology for Farsi handwriting using image processing techniques. </a:t>
            </a:r>
            <a:r>
              <a:rPr lang="en-IN" sz="1600" b="0" i="1" dirty="0">
                <a:solidFill>
                  <a:srgbClr val="222222"/>
                </a:solidFill>
                <a:effectLst/>
                <a:latin typeface="Calibri Light" panose="020F0302020204030204" pitchFamily="34" charset="0"/>
                <a:cs typeface="Calibri Light" panose="020F0302020204030204" pitchFamily="34" charset="0"/>
              </a:rPr>
              <a:t>IOSR Journal of Electronics and Communication Engineering (IOSR-JECE)</a:t>
            </a:r>
            <a:r>
              <a:rPr lang="en-IN" sz="1600" b="0" i="0" dirty="0">
                <a:solidFill>
                  <a:srgbClr val="222222"/>
                </a:solidFill>
                <a:effectLst/>
                <a:latin typeface="Calibri Light" panose="020F0302020204030204" pitchFamily="34" charset="0"/>
                <a:cs typeface="Calibri Light" panose="020F0302020204030204" pitchFamily="34" charset="0"/>
              </a:rPr>
              <a:t>, </a:t>
            </a:r>
            <a:r>
              <a:rPr lang="en-IN" sz="1600" b="0" i="1" dirty="0">
                <a:solidFill>
                  <a:srgbClr val="222222"/>
                </a:solidFill>
                <a:effectLst/>
                <a:latin typeface="Calibri Light" panose="020F0302020204030204" pitchFamily="34" charset="0"/>
                <a:cs typeface="Calibri Light" panose="020F0302020204030204" pitchFamily="34" charset="0"/>
              </a:rPr>
              <a:t>10</a:t>
            </a:r>
            <a:r>
              <a:rPr lang="en-IN" sz="1600" b="0" i="0" dirty="0">
                <a:solidFill>
                  <a:srgbClr val="222222"/>
                </a:solidFill>
                <a:effectLst/>
                <a:latin typeface="Calibri Light" panose="020F0302020204030204" pitchFamily="34" charset="0"/>
                <a:cs typeface="Calibri Light" panose="020F0302020204030204" pitchFamily="34" charset="0"/>
              </a:rPr>
              <a:t>(3), pp.01-07.\</a:t>
            </a:r>
          </a:p>
          <a:p>
            <a:pPr algn="just"/>
            <a:endParaRPr lang="en-IN" sz="1600" b="0" i="0" dirty="0">
              <a:solidFill>
                <a:srgbClr val="222222"/>
              </a:solidFill>
              <a:effectLst/>
              <a:latin typeface="Calibri Light" panose="020F0302020204030204" pitchFamily="34" charset="0"/>
              <a:cs typeface="Calibri Light" panose="020F0302020204030204" pitchFamily="34" charset="0"/>
            </a:endParaRPr>
          </a:p>
          <a:p>
            <a:pPr marL="285750" indent="-285750" algn="just">
              <a:buFont typeface="Arial" panose="020B0604020202020204" pitchFamily="34" charset="0"/>
              <a:buChar char="•"/>
            </a:pPr>
            <a:r>
              <a:rPr lang="en-US" sz="1600" b="0" i="0" dirty="0">
                <a:solidFill>
                  <a:srgbClr val="222222"/>
                </a:solidFill>
                <a:effectLst/>
                <a:latin typeface="Calibri Light" panose="020F0302020204030204" pitchFamily="34" charset="0"/>
                <a:cs typeface="Calibri Light" panose="020F0302020204030204" pitchFamily="34" charset="0"/>
              </a:rPr>
              <a:t>Cohen, Rony, et al. "Handwriting in children with Attention Deficient Hyperactive Disorder: role of graphology." </a:t>
            </a:r>
            <a:r>
              <a:rPr lang="en-US" sz="1600" b="0" i="1" dirty="0">
                <a:solidFill>
                  <a:srgbClr val="222222"/>
                </a:solidFill>
                <a:effectLst/>
                <a:latin typeface="Calibri Light" panose="020F0302020204030204" pitchFamily="34" charset="0"/>
                <a:cs typeface="Calibri Light" panose="020F0302020204030204" pitchFamily="34" charset="0"/>
              </a:rPr>
              <a:t>BMC pediatrics</a:t>
            </a:r>
            <a:r>
              <a:rPr lang="en-US" sz="1600" b="0" i="0" dirty="0">
                <a:solidFill>
                  <a:srgbClr val="222222"/>
                </a:solidFill>
                <a:effectLst/>
                <a:latin typeface="Calibri Light" panose="020F0302020204030204" pitchFamily="34" charset="0"/>
                <a:cs typeface="Calibri Light" panose="020F0302020204030204" pitchFamily="34" charset="0"/>
              </a:rPr>
              <a:t> 19.1 (2019): 1-6.</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4CDC2B-4C70-3DC0-2FB0-9275131B24EC}"/>
              </a:ext>
            </a:extLst>
          </p:cNvPr>
          <p:cNvSpPr txBox="1"/>
          <p:nvPr/>
        </p:nvSpPr>
        <p:spPr>
          <a:xfrm>
            <a:off x="648070" y="1873188"/>
            <a:ext cx="8007658" cy="35086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buFont typeface="Arial" panose="020B0604020202020204" pitchFamily="34" charset="0"/>
              <a:buChar char="•"/>
            </a:pPr>
            <a:r>
              <a:rPr lang="en-IN" sz="1600" b="0" i="0" dirty="0">
                <a:solidFill>
                  <a:srgbClr val="222222"/>
                </a:solidFill>
                <a:effectLst/>
                <a:latin typeface="Calibri Light" panose="020F0302020204030204" pitchFamily="34" charset="0"/>
                <a:cs typeface="Calibri Light" panose="020F0302020204030204" pitchFamily="34" charset="0"/>
              </a:rPr>
              <a:t>Sen, Anamika, and Harsh Shah. "Automated handwriting analysis system using principles of graphology and image processing." </a:t>
            </a:r>
            <a:r>
              <a:rPr lang="en-IN" sz="1600" b="0" i="1" dirty="0">
                <a:solidFill>
                  <a:srgbClr val="222222"/>
                </a:solidFill>
                <a:effectLst/>
                <a:latin typeface="Calibri Light" panose="020F0302020204030204" pitchFamily="34" charset="0"/>
                <a:cs typeface="Calibri Light" panose="020F0302020204030204" pitchFamily="34" charset="0"/>
              </a:rPr>
              <a:t>2017 International Conference on Innovations in Information, Embedded and Communication Systems (ICIIECS)</a:t>
            </a:r>
            <a:r>
              <a:rPr lang="en-IN" sz="1600" b="0" i="0" dirty="0">
                <a:solidFill>
                  <a:srgbClr val="222222"/>
                </a:solidFill>
                <a:effectLst/>
                <a:latin typeface="Calibri Light" panose="020F0302020204030204" pitchFamily="34" charset="0"/>
                <a:cs typeface="Calibri Light" panose="020F0302020204030204" pitchFamily="34" charset="0"/>
              </a:rPr>
              <a:t>. IEEE, 2017.</a:t>
            </a:r>
          </a:p>
          <a:p>
            <a:pPr marL="285750" indent="-285750">
              <a:buFont typeface="Arial" panose="020B0604020202020204" pitchFamily="34" charset="0"/>
              <a:buChar char="•"/>
            </a:pPr>
            <a:endParaRPr lang="en-IN" sz="1600" dirty="0">
              <a:solidFill>
                <a:srgbClr val="222222"/>
              </a:solidFill>
              <a:latin typeface="Calibri Light" panose="020F0302020204030204" pitchFamily="34" charset="0"/>
              <a:cs typeface="Calibri Light" panose="020F0302020204030204" pitchFamily="34" charset="0"/>
            </a:endParaRPr>
          </a:p>
          <a:p>
            <a:pPr marL="285750" indent="-285750">
              <a:buFont typeface="Arial" panose="020B0604020202020204" pitchFamily="34" charset="0"/>
              <a:buChar char="•"/>
            </a:pPr>
            <a:r>
              <a:rPr lang="en-IN" sz="1600" b="0" i="0" dirty="0" err="1">
                <a:solidFill>
                  <a:srgbClr val="222222"/>
                </a:solidFill>
                <a:effectLst/>
                <a:latin typeface="Calibri Light" panose="020F0302020204030204" pitchFamily="34" charset="0"/>
                <a:cs typeface="Calibri Light" panose="020F0302020204030204" pitchFamily="34" charset="0"/>
              </a:rPr>
              <a:t>Najla</a:t>
            </a:r>
            <a:r>
              <a:rPr lang="en-IN" sz="1600" b="0" i="0" dirty="0">
                <a:solidFill>
                  <a:srgbClr val="222222"/>
                </a:solidFill>
                <a:effectLst/>
                <a:latin typeface="Calibri Light" panose="020F0302020204030204" pitchFamily="34" charset="0"/>
                <a:cs typeface="Calibri Light" panose="020F0302020204030204" pitchFamily="34" charset="0"/>
              </a:rPr>
              <a:t>, AL-</a:t>
            </a:r>
            <a:r>
              <a:rPr lang="en-IN" sz="1600" b="0" i="0" dirty="0" err="1">
                <a:solidFill>
                  <a:srgbClr val="222222"/>
                </a:solidFill>
                <a:effectLst/>
                <a:latin typeface="Calibri Light" panose="020F0302020204030204" pitchFamily="34" charset="0"/>
                <a:cs typeface="Calibri Light" panose="020F0302020204030204" pitchFamily="34" charset="0"/>
              </a:rPr>
              <a:t>Qawasmeh</a:t>
            </a:r>
            <a:r>
              <a:rPr lang="en-IN" sz="1600" b="0" i="0" dirty="0">
                <a:solidFill>
                  <a:srgbClr val="222222"/>
                </a:solidFill>
                <a:effectLst/>
                <a:latin typeface="Calibri Light" panose="020F0302020204030204" pitchFamily="34" charset="0"/>
                <a:cs typeface="Calibri Light" panose="020F0302020204030204" pitchFamily="34" charset="0"/>
              </a:rPr>
              <a:t>, </a:t>
            </a:r>
            <a:r>
              <a:rPr lang="en-IN" sz="1600" b="0" i="0" dirty="0" err="1">
                <a:solidFill>
                  <a:srgbClr val="222222"/>
                </a:solidFill>
                <a:effectLst/>
                <a:latin typeface="Calibri Light" panose="020F0302020204030204" pitchFamily="34" charset="0"/>
                <a:cs typeface="Calibri Light" panose="020F0302020204030204" pitchFamily="34" charset="0"/>
              </a:rPr>
              <a:t>Muna</a:t>
            </a:r>
            <a:r>
              <a:rPr lang="en-IN" sz="1600" b="0" i="0" dirty="0">
                <a:solidFill>
                  <a:srgbClr val="222222"/>
                </a:solidFill>
                <a:effectLst/>
                <a:latin typeface="Calibri Light" panose="020F0302020204030204" pitchFamily="34" charset="0"/>
                <a:cs typeface="Calibri Light" panose="020F0302020204030204" pitchFamily="34" charset="0"/>
              </a:rPr>
              <a:t> </a:t>
            </a:r>
            <a:r>
              <a:rPr lang="en-IN" sz="1600" b="0" i="0" dirty="0" err="1">
                <a:solidFill>
                  <a:srgbClr val="222222"/>
                </a:solidFill>
                <a:effectLst/>
                <a:latin typeface="Calibri Light" panose="020F0302020204030204" pitchFamily="34" charset="0"/>
                <a:cs typeface="Calibri Light" panose="020F0302020204030204" pitchFamily="34" charset="0"/>
              </a:rPr>
              <a:t>Khayyat</a:t>
            </a:r>
            <a:r>
              <a:rPr lang="en-IN" sz="1600" b="0" i="0" dirty="0">
                <a:solidFill>
                  <a:srgbClr val="222222"/>
                </a:solidFill>
                <a:effectLst/>
                <a:latin typeface="Calibri Light" panose="020F0302020204030204" pitchFamily="34" charset="0"/>
                <a:cs typeface="Calibri Light" panose="020F0302020204030204" pitchFamily="34" charset="0"/>
              </a:rPr>
              <a:t>, and Ching Y. Suen. "Novel features to detect gender from handwritten documents." </a:t>
            </a:r>
            <a:r>
              <a:rPr lang="en-IN" sz="1600" b="0" i="1" dirty="0">
                <a:solidFill>
                  <a:srgbClr val="222222"/>
                </a:solidFill>
                <a:effectLst/>
                <a:latin typeface="Calibri Light" panose="020F0302020204030204" pitchFamily="34" charset="0"/>
                <a:cs typeface="Calibri Light" panose="020F0302020204030204" pitchFamily="34" charset="0"/>
              </a:rPr>
              <a:t>Pattern Recognition Letters</a:t>
            </a:r>
            <a:r>
              <a:rPr lang="en-IN" sz="1600" b="0" i="0" dirty="0">
                <a:solidFill>
                  <a:srgbClr val="222222"/>
                </a:solidFill>
                <a:effectLst/>
                <a:latin typeface="Calibri Light" panose="020F0302020204030204" pitchFamily="34" charset="0"/>
                <a:cs typeface="Calibri Light" panose="020F0302020204030204" pitchFamily="34" charset="0"/>
              </a:rPr>
              <a:t> (2022).</a:t>
            </a:r>
          </a:p>
          <a:p>
            <a:pPr marL="285750" indent="-285750">
              <a:buFont typeface="Arial" panose="020B0604020202020204" pitchFamily="34" charset="0"/>
              <a:buChar char="•"/>
            </a:pPr>
            <a:endParaRPr lang="en-IN" sz="1600" dirty="0">
              <a:solidFill>
                <a:srgbClr val="222222"/>
              </a:solidFill>
              <a:latin typeface="Calibri Light" panose="020F0302020204030204" pitchFamily="34" charset="0"/>
              <a:cs typeface="Calibri Light" panose="020F0302020204030204" pitchFamily="34" charset="0"/>
            </a:endParaRPr>
          </a:p>
          <a:p>
            <a:pPr marL="285750" indent="-285750">
              <a:buFont typeface="Arial" panose="020B0604020202020204" pitchFamily="34" charset="0"/>
              <a:buChar char="•"/>
            </a:pPr>
            <a:r>
              <a:rPr lang="en-IN" sz="1600" b="0" i="0" dirty="0" err="1">
                <a:solidFill>
                  <a:srgbClr val="222222"/>
                </a:solidFill>
                <a:effectLst/>
                <a:latin typeface="Calibri Light" panose="020F0302020204030204" pitchFamily="34" charset="0"/>
                <a:cs typeface="Calibri Light" panose="020F0302020204030204" pitchFamily="34" charset="0"/>
              </a:rPr>
              <a:t>Chaubey</a:t>
            </a:r>
            <a:r>
              <a:rPr lang="en-IN" sz="1600" b="0" i="0" dirty="0">
                <a:solidFill>
                  <a:srgbClr val="222222"/>
                </a:solidFill>
                <a:effectLst/>
                <a:latin typeface="Calibri Light" panose="020F0302020204030204" pitchFamily="34" charset="0"/>
                <a:cs typeface="Calibri Light" panose="020F0302020204030204" pitchFamily="34" charset="0"/>
              </a:rPr>
              <a:t>, Gyanendra, and Siddhartha Kumar </a:t>
            </a:r>
            <a:r>
              <a:rPr lang="en-IN" sz="1600" b="0" i="0" dirty="0" err="1">
                <a:solidFill>
                  <a:srgbClr val="222222"/>
                </a:solidFill>
                <a:effectLst/>
                <a:latin typeface="Calibri Light" panose="020F0302020204030204" pitchFamily="34" charset="0"/>
                <a:cs typeface="Calibri Light" panose="020F0302020204030204" pitchFamily="34" charset="0"/>
              </a:rPr>
              <a:t>Arjaria</a:t>
            </a:r>
            <a:r>
              <a:rPr lang="en-IN" sz="1600" b="0" i="0" dirty="0">
                <a:solidFill>
                  <a:srgbClr val="222222"/>
                </a:solidFill>
                <a:effectLst/>
                <a:latin typeface="Calibri Light" panose="020F0302020204030204" pitchFamily="34" charset="0"/>
                <a:cs typeface="Calibri Light" panose="020F0302020204030204" pitchFamily="34" charset="0"/>
              </a:rPr>
              <a:t>. "Personality prediction through handwriting analysis using convolutional neural networks." </a:t>
            </a:r>
            <a:r>
              <a:rPr lang="en-IN" sz="1600" b="0" i="1" dirty="0">
                <a:solidFill>
                  <a:srgbClr val="222222"/>
                </a:solidFill>
                <a:effectLst/>
                <a:latin typeface="Calibri Light" panose="020F0302020204030204" pitchFamily="34" charset="0"/>
                <a:cs typeface="Calibri Light" panose="020F0302020204030204" pitchFamily="34" charset="0"/>
              </a:rPr>
              <a:t>Proceedings of International Conference on Computational Intelligence</a:t>
            </a:r>
            <a:r>
              <a:rPr lang="en-IN" sz="1600" b="0" i="0" dirty="0">
                <a:solidFill>
                  <a:srgbClr val="222222"/>
                </a:solidFill>
                <a:effectLst/>
                <a:latin typeface="Calibri Light" panose="020F0302020204030204" pitchFamily="34" charset="0"/>
                <a:cs typeface="Calibri Light" panose="020F0302020204030204" pitchFamily="34" charset="0"/>
              </a:rPr>
              <a:t>. Springer, Singapore, 2022.</a:t>
            </a:r>
          </a:p>
          <a:p>
            <a:endParaRPr lang="en-IN" sz="1600" b="0" i="0" dirty="0">
              <a:solidFill>
                <a:srgbClr val="222222"/>
              </a:solidFill>
              <a:effectLst/>
              <a:latin typeface="Calibri Light" panose="020F0302020204030204" pitchFamily="34" charset="0"/>
              <a:cs typeface="Calibri Light" panose="020F0302020204030204" pitchFamily="34" charset="0"/>
            </a:endParaRPr>
          </a:p>
          <a:p>
            <a:pPr marL="285750" indent="-285750">
              <a:buFont typeface="Arial" panose="020B0604020202020204" pitchFamily="34" charset="0"/>
              <a:buChar char="•"/>
            </a:pPr>
            <a:endParaRPr lang="en-IN" sz="1600" b="0" i="0" dirty="0">
              <a:solidFill>
                <a:srgbClr val="222222"/>
              </a:solidFill>
              <a:effectLst/>
              <a:latin typeface="Calibri Light" panose="020F0302020204030204" pitchFamily="34" charset="0"/>
              <a:cs typeface="Calibri Light" panose="020F0302020204030204" pitchFamily="34" charset="0"/>
            </a:endParaRPr>
          </a:p>
          <a:p>
            <a:pPr marL="285750" indent="-285750">
              <a:buFont typeface="Arial" panose="020B0604020202020204" pitchFamily="34" charset="0"/>
              <a:buChar char="•"/>
            </a:pPr>
            <a:r>
              <a:rPr lang="en-US" sz="1600" b="0" i="0" dirty="0" err="1">
                <a:solidFill>
                  <a:srgbClr val="222222"/>
                </a:solidFill>
                <a:effectLst/>
                <a:latin typeface="Calibri Light" panose="020F0302020204030204" pitchFamily="34" charset="0"/>
                <a:cs typeface="Calibri Light" panose="020F0302020204030204" pitchFamily="34" charset="0"/>
              </a:rPr>
              <a:t>Mahale</a:t>
            </a:r>
            <a:r>
              <a:rPr lang="en-US" sz="1600" b="0" i="0" dirty="0">
                <a:solidFill>
                  <a:srgbClr val="222222"/>
                </a:solidFill>
                <a:effectLst/>
                <a:latin typeface="Calibri Light" panose="020F0302020204030204" pitchFamily="34" charset="0"/>
                <a:cs typeface="Calibri Light" panose="020F0302020204030204" pitchFamily="34" charset="0"/>
              </a:rPr>
              <a:t>, Prajakta, et al. "Handwriting Analysis Using Machine Learning." (2021).</a:t>
            </a:r>
            <a:endParaRPr lang="en-US" sz="1600" dirty="0">
              <a:latin typeface="Calibri Light" panose="020F0302020204030204" pitchFamily="34" charset="0"/>
              <a:cs typeface="Calibri Light" panose="020F0302020204030204" pitchFamily="34" charset="0"/>
            </a:endParaRPr>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11868920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809149"/>
            <a:ext cx="8229600" cy="1508126"/>
          </a:xfrm>
        </p:spPr>
        <p:txBody>
          <a:bodyPr/>
          <a:lstStyle/>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172774"/>
      </p:ext>
    </p:extLst>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8736</TotalTime>
  <Words>2693</Words>
  <Application>Microsoft Office PowerPoint</Application>
  <PresentationFormat>On-screen Show (4:3)</PresentationFormat>
  <Paragraphs>259</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Times New Roman</vt:lpstr>
      <vt:lpstr>11_Default Design</vt:lpstr>
      <vt:lpstr> Handwriting Analysis using Graphology</vt:lpstr>
      <vt:lpstr>Screen shot of Mail approval from guide</vt:lpstr>
      <vt:lpstr>Problem definition</vt:lpstr>
      <vt:lpstr>Literature survey (Existing system)</vt:lpstr>
      <vt:lpstr>PowerPoint Presentation</vt:lpstr>
      <vt:lpstr>PowerPoint Presentation</vt:lpstr>
      <vt:lpstr>PowerPoint Presentation</vt:lpstr>
      <vt:lpstr>Justification for the proposed problem</vt:lpstr>
      <vt:lpstr>Software/Tools Requirements</vt:lpstr>
      <vt:lpstr>PowerPoint Presentation</vt:lpstr>
      <vt:lpstr>Work Plan </vt:lpstr>
      <vt:lpstr>MODULES</vt:lpstr>
      <vt:lpstr>Modules and its explanation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AND RESULTS</vt:lpstr>
      <vt:lpstr>PowerPoint Presentation</vt:lpstr>
      <vt:lpstr>PowerPoint Presentation</vt:lpstr>
      <vt:lpstr>PowerPoint Presentation</vt:lpstr>
      <vt:lpstr>PowerPoint Presentation</vt:lpstr>
      <vt:lpstr>Work done in phase 1</vt:lpstr>
      <vt:lpstr>Plan for Phase 2</vt:lpstr>
      <vt:lpstr>Conclusion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SAI GAYATHRI REDDY BHIMIREDDY</cp:lastModifiedBy>
  <cp:revision>141</cp:revision>
  <dcterms:modified xsi:type="dcterms:W3CDTF">2022-12-07T12:34:54Z</dcterms:modified>
</cp:coreProperties>
</file>